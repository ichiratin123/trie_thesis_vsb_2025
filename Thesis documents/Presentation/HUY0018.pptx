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67" r:id="rId1"/>
    <p:sldMasterId id="2147483826" r:id="rId2"/>
    <p:sldMasterId id="2147483721" r:id="rId3"/>
  </p:sldMasterIdLst>
  <p:notesMasterIdLst>
    <p:notesMasterId r:id="rId20"/>
  </p:notesMasterIdLst>
  <p:handoutMasterIdLst>
    <p:handoutMasterId r:id="rId21"/>
  </p:handoutMasterIdLst>
  <p:sldIdLst>
    <p:sldId id="288" r:id="rId4"/>
    <p:sldId id="296" r:id="rId5"/>
    <p:sldId id="297" r:id="rId6"/>
    <p:sldId id="308" r:id="rId7"/>
    <p:sldId id="309" r:id="rId8"/>
    <p:sldId id="310" r:id="rId9"/>
    <p:sldId id="301" r:id="rId10"/>
    <p:sldId id="302" r:id="rId11"/>
    <p:sldId id="303" r:id="rId12"/>
    <p:sldId id="304" r:id="rId13"/>
    <p:sldId id="305" r:id="rId14"/>
    <p:sldId id="306" r:id="rId15"/>
    <p:sldId id="313" r:id="rId16"/>
    <p:sldId id="289" r:id="rId17"/>
    <p:sldId id="311" r:id="rId18"/>
    <p:sldId id="312" r:id="rId19"/>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7D422B-8C06-DE41-A42C-78D05BF8630A}">
          <p14:sldIdLst>
            <p14:sldId id="288"/>
            <p14:sldId id="296"/>
            <p14:sldId id="297"/>
            <p14:sldId id="308"/>
            <p14:sldId id="309"/>
            <p14:sldId id="310"/>
            <p14:sldId id="301"/>
            <p14:sldId id="302"/>
            <p14:sldId id="303"/>
            <p14:sldId id="304"/>
            <p14:sldId id="305"/>
            <p14:sldId id="306"/>
            <p14:sldId id="313"/>
            <p14:sldId id="289"/>
            <p14:sldId id="311"/>
            <p14:sldId id="312"/>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ovsky Argir" initials="ZA" lastIdx="1" clrIdx="0">
    <p:extLst>
      <p:ext uri="{19B8F6BF-5375-455C-9EA6-DF929625EA0E}">
        <p15:presenceInfo xmlns:p15="http://schemas.microsoft.com/office/powerpoint/2012/main" userId="S::zio001@vsb.cz::1dc56a10-5d08-49ef-933a-90ca63c0e9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A499"/>
    <a:srgbClr val="FFB81C"/>
    <a:srgbClr val="A28E2A"/>
    <a:srgbClr val="43B02A"/>
    <a:srgbClr val="0047BB"/>
    <a:srgbClr val="E4002B"/>
    <a:srgbClr val="FF8200"/>
    <a:srgbClr val="8246AF"/>
    <a:srgbClr val="05C3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31"/>
    <p:restoredTop sz="81477" autoAdjust="0"/>
  </p:normalViewPr>
  <p:slideViewPr>
    <p:cSldViewPr showGuides="1">
      <p:cViewPr varScale="1">
        <p:scale>
          <a:sx n="86" d="100"/>
          <a:sy n="86" d="100"/>
        </p:scale>
        <p:origin x="1902" y="96"/>
      </p:cViewPr>
      <p:guideLst>
        <p:guide orient="horz" pos="2137"/>
        <p:guide pos="3840"/>
      </p:guideLst>
    </p:cSldViewPr>
  </p:slideViewPr>
  <p:notesTextViewPr>
    <p:cViewPr>
      <p:scale>
        <a:sx n="1" d="1"/>
        <a:sy n="1" d="1"/>
      </p:scale>
      <p:origin x="0" y="0"/>
    </p:cViewPr>
  </p:notesTextViewPr>
  <p:notesViewPr>
    <p:cSldViewPr showGuides="1">
      <p:cViewPr varScale="1">
        <p:scale>
          <a:sx n="66" d="100"/>
          <a:sy n="66" d="100"/>
        </p:scale>
        <p:origin x="0" y="0"/>
      </p:cViewPr>
      <p:guideLst/>
    </p:cSldViewPr>
  </p:notesViewPr>
  <p:gridSpacing cx="90012" cy="90012"/>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A7E84B11-8086-A046-B6B7-F7A9DB5EA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a:extLst>
              <a:ext uri="{FF2B5EF4-FFF2-40B4-BE49-F238E27FC236}">
                <a16:creationId xmlns:a16="http://schemas.microsoft.com/office/drawing/2014/main" id="{AE5F8304-EF8E-7A48-A3EC-256BB4EB24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0746FA-9F78-5A43-BFD1-03D27A7F3C92}" type="datetimeFigureOut">
              <a:rPr lang="cs-CZ" smtClean="0"/>
              <a:t>29.05.2025</a:t>
            </a:fld>
            <a:endParaRPr lang="cs-CZ"/>
          </a:p>
        </p:txBody>
      </p:sp>
      <p:sp>
        <p:nvSpPr>
          <p:cNvPr id="4" name="Zástupný symbol pro zápatí 3">
            <a:extLst>
              <a:ext uri="{FF2B5EF4-FFF2-40B4-BE49-F238E27FC236}">
                <a16:creationId xmlns:a16="http://schemas.microsoft.com/office/drawing/2014/main" id="{FCE85A97-9D2F-A74D-874B-B462CB8C63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5" name="Zástupný symbol pro číslo snímku 4">
            <a:extLst>
              <a:ext uri="{FF2B5EF4-FFF2-40B4-BE49-F238E27FC236}">
                <a16:creationId xmlns:a16="http://schemas.microsoft.com/office/drawing/2014/main" id="{CB02496D-CD03-4446-AD06-43B91E1688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ECC9C5-FF55-F544-A6D3-2B14C7549CF4}" type="slidenum">
              <a:rPr lang="cs-CZ" smtClean="0"/>
              <a:t>‹#›</a:t>
            </a:fld>
            <a:endParaRPr lang="cs-CZ"/>
          </a:p>
        </p:txBody>
      </p:sp>
    </p:spTree>
    <p:extLst>
      <p:ext uri="{BB962C8B-B14F-4D97-AF65-F5344CB8AC3E}">
        <p14:creationId xmlns:p14="http://schemas.microsoft.com/office/powerpoint/2010/main" val="43421827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92D10F-BC7E-0545-A8D3-D708044527A6}" type="datetimeFigureOut">
              <a:rPr lang="cs-CZ" smtClean="0"/>
              <a:t>26.05.2025</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cs-CZ"/>
              <a:t>Upravte styly předlohy textu.
Druhá úroveň
Třetí úroveň
Čtvrtá úroveň
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77E90-4C3A-1A40-BB34-28A95E688A19}" type="slidenum">
              <a:rPr lang="cs-CZ" smtClean="0"/>
              <a:t>‹#›</a:t>
            </a:fld>
            <a:endParaRPr lang="cs-CZ"/>
          </a:p>
        </p:txBody>
      </p:sp>
    </p:spTree>
    <p:extLst>
      <p:ext uri="{BB962C8B-B14F-4D97-AF65-F5344CB8AC3E}">
        <p14:creationId xmlns:p14="http://schemas.microsoft.com/office/powerpoint/2010/main" val="135024213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section, the comparison of different trie data structures focuses on how the nodes are implemented—whether using unsorted arrays, sorted arrays, hash tables, or sequential structures</a:t>
            </a:r>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74477E90-4C3A-1A40-BB34-28A95E688A19}" type="slidenum">
              <a:rPr lang="cs-CZ" smtClean="0"/>
              <a:t>2</a:t>
            </a:fld>
            <a:endParaRPr lang="cs-CZ"/>
          </a:p>
        </p:txBody>
      </p:sp>
    </p:spTree>
    <p:extLst>
      <p:ext uri="{BB962C8B-B14F-4D97-AF65-F5344CB8AC3E}">
        <p14:creationId xmlns:p14="http://schemas.microsoft.com/office/powerpoint/2010/main" val="2657053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LMRoman10-Regular-Identity-H"/>
              </a:rPr>
              <a:t>Depending on requirements such as speed or memory different trie implementations can be chosen to get the most optimal performance.</a:t>
            </a:r>
            <a:endParaRPr lang="en-US"/>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74477E90-4C3A-1A40-BB34-28A95E688A19}" type="slidenum">
              <a:rPr lang="cs-CZ" smtClean="0"/>
              <a:t>12</a:t>
            </a:fld>
            <a:endParaRPr lang="cs-CZ"/>
          </a:p>
        </p:txBody>
      </p:sp>
    </p:spTree>
    <p:extLst>
      <p:ext uri="{BB962C8B-B14F-4D97-AF65-F5344CB8AC3E}">
        <p14:creationId xmlns:p14="http://schemas.microsoft.com/office/powerpoint/2010/main" val="2254883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a:p>
        </p:txBody>
      </p:sp>
      <p:sp>
        <p:nvSpPr>
          <p:cNvPr id="4" name="Zástupný symbol pro číslo snímku 3"/>
          <p:cNvSpPr>
            <a:spLocks noGrp="1"/>
          </p:cNvSpPr>
          <p:nvPr>
            <p:ph type="sldNum" sz="quarter" idx="5"/>
          </p:nvPr>
        </p:nvSpPr>
        <p:spPr/>
        <p:txBody>
          <a:bodyPr/>
          <a:lstStyle/>
          <a:p>
            <a:fld id="{74477E90-4C3A-1A40-BB34-28A95E688A19}" type="slidenum">
              <a:rPr lang="cs-CZ" smtClean="0"/>
              <a:t>13</a:t>
            </a:fld>
            <a:endParaRPr lang="cs-CZ"/>
          </a:p>
        </p:txBody>
      </p:sp>
      <p:sp>
        <p:nvSpPr>
          <p:cNvPr id="5" name="Zástupný symbol pro zápatí 4">
            <a:extLst>
              <a:ext uri="{FF2B5EF4-FFF2-40B4-BE49-F238E27FC236}">
                <a16:creationId xmlns:a16="http://schemas.microsoft.com/office/drawing/2014/main" id="{149D4D9A-0EBF-1E44-82EE-7C7911531DB5}"/>
              </a:ext>
            </a:extLst>
          </p:cNvPr>
          <p:cNvSpPr>
            <a:spLocks noGrp="1"/>
          </p:cNvSpPr>
          <p:nvPr>
            <p:ph type="ftr" sz="quarter" idx="4"/>
          </p:nvPr>
        </p:nvSpPr>
        <p:spPr/>
        <p:txBody>
          <a:bodyPr/>
          <a:lstStyle/>
          <a:p>
            <a:endParaRPr lang="cs-CZ"/>
          </a:p>
        </p:txBody>
      </p:sp>
    </p:spTree>
    <p:extLst>
      <p:ext uri="{BB962C8B-B14F-4D97-AF65-F5344CB8AC3E}">
        <p14:creationId xmlns:p14="http://schemas.microsoft.com/office/powerpoint/2010/main" val="767446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Each character in my trie is stored as a wchar_t, which means every character takes a fixed amount memory 4B. </a:t>
            </a:r>
            <a:r>
              <a:rPr lang="en-US">
                <a:sym typeface="Wingdings" panose="05000000000000000000" pitchFamily="2" charset="2"/>
              </a:rPr>
              <a:t>good for using variable length codes in future works.</a:t>
            </a: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In Chinese, a single character can be a full word, in Czech there are many variant for a word. For example:  </a:t>
            </a:r>
            <a:r>
              <a:rPr lang="ja-JP" altLang="en-US" b="1" i="0">
                <a:solidFill>
                  <a:srgbClr val="BFBFBF"/>
                </a:solidFill>
                <a:effectLst/>
                <a:latin typeface="Arial" panose="020B0604020202020204" pitchFamily="34" charset="0"/>
              </a:rPr>
              <a:t>人 </a:t>
            </a:r>
            <a:r>
              <a:rPr lang="en-US" altLang="ja-JP" b="1" i="0">
                <a:solidFill>
                  <a:srgbClr val="BFBFBF"/>
                </a:solidFill>
                <a:effectLst/>
                <a:latin typeface="Arial" panose="020B0604020202020204" pitchFamily="34" charset="0"/>
              </a:rPr>
              <a:t>in Chinese and (domu - domy) in Czech </a:t>
            </a:r>
            <a:r>
              <a:rPr lang="en-US" altLang="ja-JP" b="0" i="0">
                <a:solidFill>
                  <a:srgbClr val="BFBFBF"/>
                </a:solidFill>
                <a:effectLst/>
                <a:latin typeface="Arial" panose="020B0604020202020204" pitchFamily="34" charset="0"/>
              </a:rPr>
              <a:t>-&gt; it will make the trie create a new node after go through a few characters (1-2 characters). As a result, the branch is eneded quickly, forming short path like this will cause a high number of nodes with 0 childrens. On the other hand, English and Vietnamese words have a lot of long prefix words like playing – playground, these words are sharing long common prefixes. Making branches have long deep paths, as a result, it causes a lot of nodes with 1 child.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It is true that most nodes have only one child. However, the unsorted array trie performs the worst because of a small number of nodes with a large number of children.</a:t>
            </a:r>
            <a:br>
              <a:rPr lang="en-US"/>
            </a:br>
            <a:r>
              <a:rPr lang="en-US"/>
              <a:t>These nodes usually appear near the root or within shared prefixes, so they are accessed frequently during operations.</a:t>
            </a:r>
            <a:r>
              <a:rPr lang="en-US" b="0" i="0">
                <a:solidFill>
                  <a:srgbClr val="BFBFBF"/>
                </a:solidFill>
                <a:effectLst/>
                <a:latin typeface="Arial" panose="020B0604020202020204" pitchFamily="34" charset="0"/>
              </a:rPr>
              <a:t> </a:t>
            </a:r>
            <a:r>
              <a:rPr lang="en-US"/>
              <a:t>In unsorted trie, linear search is used, so it must scan through all children in those few high-|C| nodes before reaching the isolated branches. As a result, it makes the result worst. On the other hand, Sorted trie and Hash table Trie use binary search and hash function to return the index to access directly.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endParaRPr lang="en-US"/>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74477E90-4C3A-1A40-BB34-28A95E688A19}" type="slidenum">
              <a:rPr lang="cs-CZ" smtClean="0"/>
              <a:t>14</a:t>
            </a:fld>
            <a:endParaRPr lang="cs-CZ"/>
          </a:p>
        </p:txBody>
      </p:sp>
    </p:spTree>
    <p:extLst>
      <p:ext uri="{BB962C8B-B14F-4D97-AF65-F5344CB8AC3E}">
        <p14:creationId xmlns:p14="http://schemas.microsoft.com/office/powerpoint/2010/main" val="1829546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Because prefix search different from a whole string search.</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a:t>In a whole string search, it traverses to the end of the word by following 1 path. So the speed is based on how fast that the algorithm can access a character. That’s why binary search O(log|𝐶|) outperformance linear search O(|𝐶|) .</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a:t>But in prefix search, once the prefix is matched, the algorithm has to traverse all words under that node. That means it can do recursive traversal for hundred of words.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a:t>All trie structures use recursion to search for a prefix. So most of the time is spent traversing the subtree, not on binary or linear search. Which means the advantage of binary search will be reduced because it only searched in 1-2 nodes. Meanwhile in sequential array, it will only check for the prefix and add the whole string into the result array and move to the next string. That’s why the speed is only faster 3 times.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Compare my work with article work:</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a:t>Article work: using double array</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Base for mapping to index of its children (for example: BASE[4] =&gt; if it negative there is the end of a word)</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Check for checking parent of a child node, if check is positive, means it links to a node, else, it is the position of the end of a word in Tail array</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Tail array: holding all the entire suffix string using tail compression technique.</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This structure access very fast O(1) per character and memory efficiency</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Designed for ASCII</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a:t>My work:</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Using dynamic array with pair character – node, each node will have a flag isEnd and a array to point to children nodes.</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Implement various data structures unsorted, sorted, hash table. With fastest access is hash table with  time complexity is O(1). However, in my work still does not optimal the memory efficency,.</a:t>
            </a:r>
          </a:p>
          <a:p>
            <a:pPr marL="1143000" marR="0" lvl="2" indent="-228600" algn="l" defTabSz="914400" rtl="0" eaLnBrk="1" fontAlgn="auto" latinLnBrk="0" hangingPunct="1">
              <a:lnSpc>
                <a:spcPct val="100000"/>
              </a:lnSpc>
              <a:spcBef>
                <a:spcPts val="0"/>
              </a:spcBef>
              <a:spcAft>
                <a:spcPts val="0"/>
              </a:spcAft>
              <a:buClrTx/>
              <a:buSzTx/>
              <a:buFontTx/>
              <a:buAutoNum type="arabicPeriod"/>
              <a:tabLst/>
              <a:defRPr/>
            </a:pPr>
            <a:r>
              <a:rPr lang="en-US"/>
              <a:t>Designed for large alphabets Unicode included.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Yes, we can use an iterator for searching prefix, this solution will save memory however it will slowdown the searching. For example, if we use an iterator to find the 1000</a:t>
            </a:r>
            <a:r>
              <a:rPr lang="en-US" baseline="30000"/>
              <a:t>th</a:t>
            </a:r>
            <a:r>
              <a:rPr lang="en-US"/>
              <a:t> word that has the prefix we want, it has to go through all 999 previous strings. In my current implementation, it allows me to get all the strings that matches the prefix, then we can filter or or sort the result. To conclude, if we want to doing autocomplete for searching few first strings matches the prefix, iterator is okay to use, if we want to display all results or juml to N-th result, materialization is better,</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endParaRPr lang="en-US"/>
          </a:p>
          <a:p>
            <a:endParaRPr lang="en-US"/>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74477E90-4C3A-1A40-BB34-28A95E688A19}" type="slidenum">
              <a:rPr lang="cs-CZ" smtClean="0"/>
              <a:t>15</a:t>
            </a:fld>
            <a:endParaRPr lang="cs-CZ"/>
          </a:p>
        </p:txBody>
      </p:sp>
    </p:spTree>
    <p:extLst>
      <p:ext uri="{BB962C8B-B14F-4D97-AF65-F5344CB8AC3E}">
        <p14:creationId xmlns:p14="http://schemas.microsoft.com/office/powerpoint/2010/main" val="2896356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adpi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345C61-F597-874B-8F86-E60219628CA1}"/>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3" name="Zástupný symbol pro zápatí 4">
            <a:extLst>
              <a:ext uri="{FF2B5EF4-FFF2-40B4-BE49-F238E27FC236}">
                <a16:creationId xmlns:a16="http://schemas.microsoft.com/office/drawing/2014/main" id="{03685492-9EC5-65A6-F640-C6E0E5FA51A3}"/>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7" name="Zástupný text 6">
            <a:extLst>
              <a:ext uri="{FF2B5EF4-FFF2-40B4-BE49-F238E27FC236}">
                <a16:creationId xmlns:a16="http://schemas.microsoft.com/office/drawing/2014/main" id="{5F35A3A0-EBD1-1A29-A112-ED255BADDEA5}"/>
              </a:ext>
            </a:extLst>
          </p:cNvPr>
          <p:cNvSpPr>
            <a:spLocks noGrp="1"/>
          </p:cNvSpPr>
          <p:nvPr>
            <p:ph type="body" sz="quarter" idx="13" hasCustomPrompt="1"/>
          </p:nvPr>
        </p:nvSpPr>
        <p:spPr>
          <a:xfrm>
            <a:off x="446926" y="818652"/>
            <a:ext cx="11425582" cy="846637"/>
          </a:xfrm>
        </p:spPr>
        <p:txBody>
          <a:bodyPr>
            <a:normAutofit/>
          </a:bodyPr>
          <a:lstStyle>
            <a:lvl1pPr>
              <a:defRPr sz="2800" b="1">
                <a:solidFill>
                  <a:schemeClr val="accent2"/>
                </a:solidFill>
              </a:defRPr>
            </a:lvl1pPr>
          </a:lstStyle>
          <a:p>
            <a:pPr lvl="0"/>
            <a:r>
              <a:rPr lang="cs-CZ" dirty="0"/>
              <a:t>PO KLIKNUTÍ MŮŽETE UPRAVOVAT STYLY TEXTU V PŘEDLOZE.</a:t>
            </a:r>
          </a:p>
        </p:txBody>
      </p:sp>
    </p:spTree>
    <p:extLst>
      <p:ext uri="{BB962C8B-B14F-4D97-AF65-F5344CB8AC3E}">
        <p14:creationId xmlns:p14="http://schemas.microsoft.com/office/powerpoint/2010/main" val="253906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elený pruh_nadpis_text">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0" y="0"/>
            <a:ext cx="3931393"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11" name="Zástupný text 10">
            <a:extLst>
              <a:ext uri="{FF2B5EF4-FFF2-40B4-BE49-F238E27FC236}">
                <a16:creationId xmlns:a16="http://schemas.microsoft.com/office/drawing/2014/main" id="{916453BA-5CFB-C3E8-BD49-2AE42D017C68}"/>
              </a:ext>
            </a:extLst>
          </p:cNvPr>
          <p:cNvSpPr>
            <a:spLocks noGrp="1"/>
          </p:cNvSpPr>
          <p:nvPr>
            <p:ph type="body" sz="quarter" idx="18"/>
          </p:nvPr>
        </p:nvSpPr>
        <p:spPr>
          <a:xfrm>
            <a:off x="4295760" y="818652"/>
            <a:ext cx="7576741"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957E6A90-6896-D1F8-6B7D-E18A6AF0ED73}"/>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sp>
        <p:nvSpPr>
          <p:cNvPr id="7" name="Zástupný text 7">
            <a:extLst>
              <a:ext uri="{FF2B5EF4-FFF2-40B4-BE49-F238E27FC236}">
                <a16:creationId xmlns:a16="http://schemas.microsoft.com/office/drawing/2014/main" id="{14C4C6B0-3C20-D49C-DB9E-52D190E973F9}"/>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cxnSp>
        <p:nvCxnSpPr>
          <p:cNvPr id="4" name="Přímá spojnice 3">
            <a:extLst>
              <a:ext uri="{FF2B5EF4-FFF2-40B4-BE49-F238E27FC236}">
                <a16:creationId xmlns:a16="http://schemas.microsoft.com/office/drawing/2014/main" id="{2B8E0171-B12B-04D4-3CBB-65C79771A893}"/>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Obrázek 8">
            <a:extLst>
              <a:ext uri="{FF2B5EF4-FFF2-40B4-BE49-F238E27FC236}">
                <a16:creationId xmlns:a16="http://schemas.microsoft.com/office/drawing/2014/main" id="{CFD6CA5C-1393-B799-4856-D3A5152951AD}"/>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2295548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elený pruh_nadpis_2x text">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1" y="0"/>
            <a:ext cx="39313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3" name="Zástupný symbol pro zápatí 4">
            <a:extLst>
              <a:ext uri="{FF2B5EF4-FFF2-40B4-BE49-F238E27FC236}">
                <a16:creationId xmlns:a16="http://schemas.microsoft.com/office/drawing/2014/main" id="{F549BD31-F2F5-BBB0-D5DC-3FE2059671CE}"/>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sp>
        <p:nvSpPr>
          <p:cNvPr id="7" name="Zástupný text 7">
            <a:extLst>
              <a:ext uri="{FF2B5EF4-FFF2-40B4-BE49-F238E27FC236}">
                <a16:creationId xmlns:a16="http://schemas.microsoft.com/office/drawing/2014/main" id="{9BEA0904-9038-BA64-C595-6C80334C640F}"/>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cxnSp>
        <p:nvCxnSpPr>
          <p:cNvPr id="8" name="Přímá spojnice 7">
            <a:extLst>
              <a:ext uri="{FF2B5EF4-FFF2-40B4-BE49-F238E27FC236}">
                <a16:creationId xmlns:a16="http://schemas.microsoft.com/office/drawing/2014/main" id="{1113422F-5EA4-D775-85F3-FBB355302F7D}"/>
              </a:ext>
            </a:extLst>
          </p:cNvPr>
          <p:cNvCxnSpPr>
            <a:cxnSpLocks/>
          </p:cNvCxnSpPr>
          <p:nvPr userDrawn="1"/>
        </p:nvCxnSpPr>
        <p:spPr>
          <a:xfrm>
            <a:off x="8076264"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Zástupný text 10">
            <a:extLst>
              <a:ext uri="{FF2B5EF4-FFF2-40B4-BE49-F238E27FC236}">
                <a16:creationId xmlns:a16="http://schemas.microsoft.com/office/drawing/2014/main" id="{8DCEF6D6-0C9C-DF4E-9BAF-7429AFB3AF05}"/>
              </a:ext>
            </a:extLst>
          </p:cNvPr>
          <p:cNvSpPr>
            <a:spLocks noGrp="1"/>
          </p:cNvSpPr>
          <p:nvPr>
            <p:ph type="body" sz="quarter" idx="18"/>
          </p:nvPr>
        </p:nvSpPr>
        <p:spPr>
          <a:xfrm>
            <a:off x="4297673" y="818652"/>
            <a:ext cx="3422026"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5" name="Zástupný text 10">
            <a:extLst>
              <a:ext uri="{FF2B5EF4-FFF2-40B4-BE49-F238E27FC236}">
                <a16:creationId xmlns:a16="http://schemas.microsoft.com/office/drawing/2014/main" id="{3002E8B4-C1AE-2DEE-4BA1-7A5396A0DF2D}"/>
              </a:ext>
            </a:extLst>
          </p:cNvPr>
          <p:cNvSpPr>
            <a:spLocks noGrp="1"/>
          </p:cNvSpPr>
          <p:nvPr>
            <p:ph type="body" sz="quarter" idx="19"/>
          </p:nvPr>
        </p:nvSpPr>
        <p:spPr>
          <a:xfrm>
            <a:off x="8446655" y="818652"/>
            <a:ext cx="3416010"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cxnSp>
        <p:nvCxnSpPr>
          <p:cNvPr id="4" name="Přímá spojnice 3">
            <a:extLst>
              <a:ext uri="{FF2B5EF4-FFF2-40B4-BE49-F238E27FC236}">
                <a16:creationId xmlns:a16="http://schemas.microsoft.com/office/drawing/2014/main" id="{87FD8BDD-CC36-DDB0-0E6B-5D30D6686751}"/>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Obrázek 4">
            <a:extLst>
              <a:ext uri="{FF2B5EF4-FFF2-40B4-BE49-F238E27FC236}">
                <a16:creationId xmlns:a16="http://schemas.microsoft.com/office/drawing/2014/main" id="{5101A56F-AC2F-5876-3250-1640CF515D24}"/>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56568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elený pruh_nadpis_2x obraz">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1" y="0"/>
            <a:ext cx="393571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3" name="Zástupný symbol pro zápatí 4">
            <a:extLst>
              <a:ext uri="{FF2B5EF4-FFF2-40B4-BE49-F238E27FC236}">
                <a16:creationId xmlns:a16="http://schemas.microsoft.com/office/drawing/2014/main" id="{728A2CED-6B92-D6FF-886A-87C629BB9521}"/>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sp>
        <p:nvSpPr>
          <p:cNvPr id="7" name="Zástupný text 7">
            <a:extLst>
              <a:ext uri="{FF2B5EF4-FFF2-40B4-BE49-F238E27FC236}">
                <a16:creationId xmlns:a16="http://schemas.microsoft.com/office/drawing/2014/main" id="{A081EE6F-8D20-9712-E03B-BE948E767CB4}"/>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sp>
        <p:nvSpPr>
          <p:cNvPr id="8" name="Zástupný obsah 13">
            <a:extLst>
              <a:ext uri="{FF2B5EF4-FFF2-40B4-BE49-F238E27FC236}">
                <a16:creationId xmlns:a16="http://schemas.microsoft.com/office/drawing/2014/main" id="{F5C09E7D-1BF9-C81F-740E-AD213E690E99}"/>
              </a:ext>
            </a:extLst>
          </p:cNvPr>
          <p:cNvSpPr>
            <a:spLocks noGrp="1"/>
          </p:cNvSpPr>
          <p:nvPr>
            <p:ph sz="quarter" idx="22"/>
          </p:nvPr>
        </p:nvSpPr>
        <p:spPr>
          <a:xfrm>
            <a:off x="4295760" y="819150"/>
            <a:ext cx="3422026" cy="5476874"/>
          </a:xfrm>
          <a:solidFill>
            <a:schemeClr val="bg1">
              <a:lumMod val="95000"/>
            </a:schemeClr>
          </a:solidFill>
        </p:spPr>
        <p:txBody>
          <a:bodyPr/>
          <a:lstStyle/>
          <a:p>
            <a:pPr lvl="0"/>
            <a:endParaRPr lang="cs-CZ" dirty="0"/>
          </a:p>
        </p:txBody>
      </p:sp>
      <p:cxnSp>
        <p:nvCxnSpPr>
          <p:cNvPr id="10" name="Přímá spojnice 9">
            <a:extLst>
              <a:ext uri="{FF2B5EF4-FFF2-40B4-BE49-F238E27FC236}">
                <a16:creationId xmlns:a16="http://schemas.microsoft.com/office/drawing/2014/main" id="{362EDFB0-18A3-7173-E236-573C09FB3B54}"/>
              </a:ext>
            </a:extLst>
          </p:cNvPr>
          <p:cNvCxnSpPr>
            <a:cxnSpLocks/>
          </p:cNvCxnSpPr>
          <p:nvPr userDrawn="1"/>
        </p:nvCxnSpPr>
        <p:spPr>
          <a:xfrm>
            <a:off x="8076264"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Zástupný obsah 13">
            <a:extLst>
              <a:ext uri="{FF2B5EF4-FFF2-40B4-BE49-F238E27FC236}">
                <a16:creationId xmlns:a16="http://schemas.microsoft.com/office/drawing/2014/main" id="{828F90AF-583F-B339-FD10-A25903C67E6E}"/>
              </a:ext>
            </a:extLst>
          </p:cNvPr>
          <p:cNvSpPr>
            <a:spLocks noGrp="1"/>
          </p:cNvSpPr>
          <p:nvPr>
            <p:ph sz="quarter" idx="23"/>
          </p:nvPr>
        </p:nvSpPr>
        <p:spPr>
          <a:xfrm>
            <a:off x="8446654" y="819150"/>
            <a:ext cx="3422026" cy="5476874"/>
          </a:xfrm>
          <a:solidFill>
            <a:schemeClr val="bg1">
              <a:lumMod val="95000"/>
            </a:schemeClr>
          </a:solidFill>
        </p:spPr>
        <p:txBody>
          <a:bodyPr/>
          <a:lstStyle/>
          <a:p>
            <a:pPr lvl="0"/>
            <a:endParaRPr lang="cs-CZ" dirty="0"/>
          </a:p>
        </p:txBody>
      </p:sp>
      <p:cxnSp>
        <p:nvCxnSpPr>
          <p:cNvPr id="4" name="Přímá spojnice 3">
            <a:extLst>
              <a:ext uri="{FF2B5EF4-FFF2-40B4-BE49-F238E27FC236}">
                <a16:creationId xmlns:a16="http://schemas.microsoft.com/office/drawing/2014/main" id="{73C5772F-B4A5-9AE8-EEE9-29EC57FB55C8}"/>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Obrázek 4">
            <a:extLst>
              <a:ext uri="{FF2B5EF4-FFF2-40B4-BE49-F238E27FC236}">
                <a16:creationId xmlns:a16="http://schemas.microsoft.com/office/drawing/2014/main" id="{C7EC5071-672A-408C-FBAA-CDE2E59BDDD6}"/>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2110901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elený pruh_nadpis_text_obraz">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1" y="0"/>
            <a:ext cx="393571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3" name="Zástupný symbol pro zápatí 4">
            <a:extLst>
              <a:ext uri="{FF2B5EF4-FFF2-40B4-BE49-F238E27FC236}">
                <a16:creationId xmlns:a16="http://schemas.microsoft.com/office/drawing/2014/main" id="{728A2CED-6B92-D6FF-886A-87C629BB9521}"/>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sp>
        <p:nvSpPr>
          <p:cNvPr id="7" name="Zástupný text 7">
            <a:extLst>
              <a:ext uri="{FF2B5EF4-FFF2-40B4-BE49-F238E27FC236}">
                <a16:creationId xmlns:a16="http://schemas.microsoft.com/office/drawing/2014/main" id="{A081EE6F-8D20-9712-E03B-BE948E767CB4}"/>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cxnSp>
        <p:nvCxnSpPr>
          <p:cNvPr id="10" name="Přímá spojnice 9">
            <a:extLst>
              <a:ext uri="{FF2B5EF4-FFF2-40B4-BE49-F238E27FC236}">
                <a16:creationId xmlns:a16="http://schemas.microsoft.com/office/drawing/2014/main" id="{362EDFB0-18A3-7173-E236-573C09FB3B54}"/>
              </a:ext>
            </a:extLst>
          </p:cNvPr>
          <p:cNvCxnSpPr>
            <a:cxnSpLocks/>
          </p:cNvCxnSpPr>
          <p:nvPr userDrawn="1"/>
        </p:nvCxnSpPr>
        <p:spPr>
          <a:xfrm>
            <a:off x="8076264"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Zástupný obsah 13">
            <a:extLst>
              <a:ext uri="{FF2B5EF4-FFF2-40B4-BE49-F238E27FC236}">
                <a16:creationId xmlns:a16="http://schemas.microsoft.com/office/drawing/2014/main" id="{828F90AF-583F-B339-FD10-A25903C67E6E}"/>
              </a:ext>
            </a:extLst>
          </p:cNvPr>
          <p:cNvSpPr>
            <a:spLocks noGrp="1"/>
          </p:cNvSpPr>
          <p:nvPr>
            <p:ph sz="quarter" idx="23"/>
          </p:nvPr>
        </p:nvSpPr>
        <p:spPr>
          <a:xfrm>
            <a:off x="8446654" y="819150"/>
            <a:ext cx="3422026" cy="5476874"/>
          </a:xfrm>
          <a:solidFill>
            <a:schemeClr val="bg1">
              <a:lumMod val="95000"/>
            </a:schemeClr>
          </a:solidFill>
        </p:spPr>
        <p:txBody>
          <a:bodyPr/>
          <a:lstStyle/>
          <a:p>
            <a:pPr lvl="0"/>
            <a:endParaRPr lang="cs-CZ" dirty="0"/>
          </a:p>
        </p:txBody>
      </p:sp>
      <p:sp>
        <p:nvSpPr>
          <p:cNvPr id="4" name="Zástupný text 10">
            <a:extLst>
              <a:ext uri="{FF2B5EF4-FFF2-40B4-BE49-F238E27FC236}">
                <a16:creationId xmlns:a16="http://schemas.microsoft.com/office/drawing/2014/main" id="{6810AC9F-879C-1BBF-B14A-217EF9597354}"/>
              </a:ext>
            </a:extLst>
          </p:cNvPr>
          <p:cNvSpPr>
            <a:spLocks noGrp="1"/>
          </p:cNvSpPr>
          <p:nvPr>
            <p:ph type="body" sz="quarter" idx="18"/>
          </p:nvPr>
        </p:nvSpPr>
        <p:spPr>
          <a:xfrm>
            <a:off x="4297673" y="818652"/>
            <a:ext cx="3422026"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cxnSp>
        <p:nvCxnSpPr>
          <p:cNvPr id="8" name="Přímá spojnice 7">
            <a:extLst>
              <a:ext uri="{FF2B5EF4-FFF2-40B4-BE49-F238E27FC236}">
                <a16:creationId xmlns:a16="http://schemas.microsoft.com/office/drawing/2014/main" id="{DEEB997B-2AA6-F06A-A132-DA40E653F84C}"/>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Obrázek 4">
            <a:extLst>
              <a:ext uri="{FF2B5EF4-FFF2-40B4-BE49-F238E27FC236}">
                <a16:creationId xmlns:a16="http://schemas.microsoft.com/office/drawing/2014/main" id="{E5832C6E-5173-16C6-B749-E70DE77237C2}"/>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4007645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elený pruh_nadpis_2x obraz_text">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0" y="0"/>
            <a:ext cx="393571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cxnSp>
        <p:nvCxnSpPr>
          <p:cNvPr id="9" name="Přímá spojnice 8">
            <a:extLst>
              <a:ext uri="{FF2B5EF4-FFF2-40B4-BE49-F238E27FC236}">
                <a16:creationId xmlns:a16="http://schemas.microsoft.com/office/drawing/2014/main" id="{39D1E344-D904-6ED6-A89D-4C2DF1DFE4C1}"/>
              </a:ext>
            </a:extLst>
          </p:cNvPr>
          <p:cNvCxnSpPr>
            <a:cxnSpLocks/>
          </p:cNvCxnSpPr>
          <p:nvPr userDrawn="1"/>
        </p:nvCxnSpPr>
        <p:spPr>
          <a:xfrm>
            <a:off x="8076264" y="690314"/>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Zástupný text 3">
            <a:extLst>
              <a:ext uri="{FF2B5EF4-FFF2-40B4-BE49-F238E27FC236}">
                <a16:creationId xmlns:a16="http://schemas.microsoft.com/office/drawing/2014/main" id="{638CCE54-AC41-A667-B489-519A07B056C9}"/>
              </a:ext>
            </a:extLst>
          </p:cNvPr>
          <p:cNvSpPr>
            <a:spLocks noGrp="1"/>
          </p:cNvSpPr>
          <p:nvPr>
            <p:ph type="body" sz="quarter" idx="20"/>
          </p:nvPr>
        </p:nvSpPr>
        <p:spPr>
          <a:xfrm>
            <a:off x="4295760" y="4148408"/>
            <a:ext cx="3422026" cy="2147615"/>
          </a:xfrm>
        </p:spPr>
        <p:txBody>
          <a:bodyPr>
            <a:normAutofit/>
          </a:bodyPr>
          <a:lstStyle>
            <a:lvl1pPr>
              <a:defRPr sz="2000"/>
            </a:lvl1pPr>
          </a:lstStyle>
          <a:p>
            <a:pPr lvl="0"/>
            <a:r>
              <a:rPr lang="cs-CZ" dirty="0"/>
              <a:t>Po kliknutí můžete upravovat styly textu v předloze.</a:t>
            </a:r>
          </a:p>
        </p:txBody>
      </p:sp>
      <p:sp>
        <p:nvSpPr>
          <p:cNvPr id="11" name="Zástupný text 3">
            <a:extLst>
              <a:ext uri="{FF2B5EF4-FFF2-40B4-BE49-F238E27FC236}">
                <a16:creationId xmlns:a16="http://schemas.microsoft.com/office/drawing/2014/main" id="{E1D833F1-C119-421D-9E5B-3ED82A606F24}"/>
              </a:ext>
            </a:extLst>
          </p:cNvPr>
          <p:cNvSpPr>
            <a:spLocks noGrp="1"/>
          </p:cNvSpPr>
          <p:nvPr>
            <p:ph type="body" sz="quarter" idx="21"/>
          </p:nvPr>
        </p:nvSpPr>
        <p:spPr>
          <a:xfrm>
            <a:off x="8456178" y="4148409"/>
            <a:ext cx="3410320" cy="2147613"/>
          </a:xfrm>
        </p:spPr>
        <p:txBody>
          <a:bodyPr>
            <a:normAutofit/>
          </a:bodyPr>
          <a:lstStyle>
            <a:lvl1pPr>
              <a:defRPr sz="2000"/>
            </a:lvl1pPr>
          </a:lstStyle>
          <a:p>
            <a:pPr lvl="0"/>
            <a:r>
              <a:rPr lang="cs-CZ" dirty="0"/>
              <a:t>Po kliknutí můžete upravovat styly textu v předloze.</a:t>
            </a:r>
          </a:p>
        </p:txBody>
      </p:sp>
      <p:sp>
        <p:nvSpPr>
          <p:cNvPr id="16" name="Zástupný obsah 13">
            <a:extLst>
              <a:ext uri="{FF2B5EF4-FFF2-40B4-BE49-F238E27FC236}">
                <a16:creationId xmlns:a16="http://schemas.microsoft.com/office/drawing/2014/main" id="{7ADBF4C2-83B2-6FFD-C239-6AC272595FA1}"/>
              </a:ext>
            </a:extLst>
          </p:cNvPr>
          <p:cNvSpPr>
            <a:spLocks noGrp="1"/>
          </p:cNvSpPr>
          <p:nvPr>
            <p:ph sz="quarter" idx="22"/>
          </p:nvPr>
        </p:nvSpPr>
        <p:spPr>
          <a:xfrm>
            <a:off x="4295760" y="819150"/>
            <a:ext cx="3422026" cy="3130550"/>
          </a:xfrm>
          <a:solidFill>
            <a:schemeClr val="bg1">
              <a:lumMod val="95000"/>
            </a:schemeClr>
          </a:solidFill>
        </p:spPr>
        <p:txBody>
          <a:bodyPr/>
          <a:lstStyle/>
          <a:p>
            <a:pPr lvl="0"/>
            <a:endParaRPr lang="cs-CZ" dirty="0"/>
          </a:p>
        </p:txBody>
      </p:sp>
      <p:sp>
        <p:nvSpPr>
          <p:cNvPr id="18" name="Zástupný obsah 13">
            <a:extLst>
              <a:ext uri="{FF2B5EF4-FFF2-40B4-BE49-F238E27FC236}">
                <a16:creationId xmlns:a16="http://schemas.microsoft.com/office/drawing/2014/main" id="{C5CC46A8-D82E-F123-5599-705435BA51BB}"/>
              </a:ext>
            </a:extLst>
          </p:cNvPr>
          <p:cNvSpPr>
            <a:spLocks noGrp="1"/>
          </p:cNvSpPr>
          <p:nvPr>
            <p:ph sz="quarter" idx="23"/>
          </p:nvPr>
        </p:nvSpPr>
        <p:spPr>
          <a:xfrm>
            <a:off x="8446654" y="819150"/>
            <a:ext cx="3422026" cy="3130550"/>
          </a:xfrm>
          <a:solidFill>
            <a:schemeClr val="bg1">
              <a:lumMod val="95000"/>
            </a:schemeClr>
          </a:solidFill>
        </p:spPr>
        <p:txBody>
          <a:bodyPr/>
          <a:lstStyle/>
          <a:p>
            <a:pPr lvl="0"/>
            <a:endParaRPr lang="cs-CZ" dirty="0"/>
          </a:p>
        </p:txBody>
      </p:sp>
      <p:sp>
        <p:nvSpPr>
          <p:cNvPr id="3" name="Zástupný symbol pro zápatí 4">
            <a:extLst>
              <a:ext uri="{FF2B5EF4-FFF2-40B4-BE49-F238E27FC236}">
                <a16:creationId xmlns:a16="http://schemas.microsoft.com/office/drawing/2014/main" id="{4052F821-3457-CB8D-ADE8-CB7A2FC0CFE8}"/>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sp>
        <p:nvSpPr>
          <p:cNvPr id="7" name="Zástupný text 7">
            <a:extLst>
              <a:ext uri="{FF2B5EF4-FFF2-40B4-BE49-F238E27FC236}">
                <a16:creationId xmlns:a16="http://schemas.microsoft.com/office/drawing/2014/main" id="{CEEBA69B-3DAA-DF69-E93D-6268E49884CE}"/>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cxnSp>
        <p:nvCxnSpPr>
          <p:cNvPr id="4" name="Přímá spojnice 3">
            <a:extLst>
              <a:ext uri="{FF2B5EF4-FFF2-40B4-BE49-F238E27FC236}">
                <a16:creationId xmlns:a16="http://schemas.microsoft.com/office/drawing/2014/main" id="{3A40D07D-E903-4E0C-DA95-5EBEA707EA61}"/>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Obrázek 4">
            <a:extLst>
              <a:ext uri="{FF2B5EF4-FFF2-40B4-BE49-F238E27FC236}">
                <a16:creationId xmlns:a16="http://schemas.microsoft.com/office/drawing/2014/main" id="{8161AF52-606E-5BEF-DED8-84A0F5081CB8}"/>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1009398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elený pruh_nadpis_obraz">
    <p:spTree>
      <p:nvGrpSpPr>
        <p:cNvPr id="1" name=""/>
        <p:cNvGrpSpPr/>
        <p:nvPr/>
      </p:nvGrpSpPr>
      <p:grpSpPr>
        <a:xfrm>
          <a:off x="0" y="0"/>
          <a:ext cx="0" cy="0"/>
          <a:chOff x="0" y="0"/>
          <a:chExt cx="0" cy="0"/>
        </a:xfrm>
      </p:grpSpPr>
      <p:sp>
        <p:nvSpPr>
          <p:cNvPr id="2" name="Obdélník 1">
            <a:extLst>
              <a:ext uri="{FF2B5EF4-FFF2-40B4-BE49-F238E27FC236}">
                <a16:creationId xmlns:a16="http://schemas.microsoft.com/office/drawing/2014/main" id="{4D2627E8-80ED-3CF0-A87B-006439C5074C}"/>
              </a:ext>
            </a:extLst>
          </p:cNvPr>
          <p:cNvSpPr/>
          <p:nvPr userDrawn="1"/>
        </p:nvSpPr>
        <p:spPr>
          <a:xfrm>
            <a:off x="15" y="0"/>
            <a:ext cx="397626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tx2"/>
                </a:solidFill>
              </a:defRPr>
            </a:lvl1pPr>
          </a:lstStyle>
          <a:p>
            <a:fld id="{E57EA1BE-92D9-9E4F-B3B9-F1A717F85676}" type="slidenum">
              <a:rPr lang="cs-CZ" smtClean="0"/>
              <a:pPr/>
              <a:t>‹#›</a:t>
            </a:fld>
            <a:endParaRPr lang="cs-CZ"/>
          </a:p>
        </p:txBody>
      </p:sp>
      <p:sp>
        <p:nvSpPr>
          <p:cNvPr id="4" name="Zástupný text 7">
            <a:extLst>
              <a:ext uri="{FF2B5EF4-FFF2-40B4-BE49-F238E27FC236}">
                <a16:creationId xmlns:a16="http://schemas.microsoft.com/office/drawing/2014/main" id="{60ECC746-0C4C-DD90-5B7D-4493704877BC}"/>
              </a:ext>
            </a:extLst>
          </p:cNvPr>
          <p:cNvSpPr>
            <a:spLocks noGrp="1"/>
          </p:cNvSpPr>
          <p:nvPr>
            <p:ph type="body" sz="quarter" idx="14" hasCustomPrompt="1"/>
          </p:nvPr>
        </p:nvSpPr>
        <p:spPr>
          <a:xfrm>
            <a:off x="442913" y="818652"/>
            <a:ext cx="3132751" cy="5156121"/>
          </a:xfrm>
        </p:spPr>
        <p:txBody>
          <a:bodyPr lIns="0"/>
          <a:lstStyle>
            <a:lvl1pPr>
              <a:defRPr b="1">
                <a:solidFill>
                  <a:schemeClr val="bg1"/>
                </a:solidFill>
              </a:defRPr>
            </a:lvl1pPr>
          </a:lstStyle>
          <a:p>
            <a:pPr lvl="0"/>
            <a:r>
              <a:rPr lang="cs-CZ" dirty="0"/>
              <a:t>PO KLIKNUTÍ MŮŽETE UPRAVOVAT STYLY TEXTU V PŘEDLOZE.</a:t>
            </a:r>
          </a:p>
        </p:txBody>
      </p:sp>
      <p:sp>
        <p:nvSpPr>
          <p:cNvPr id="11" name="Zástupný obsah 10">
            <a:extLst>
              <a:ext uri="{FF2B5EF4-FFF2-40B4-BE49-F238E27FC236}">
                <a16:creationId xmlns:a16="http://schemas.microsoft.com/office/drawing/2014/main" id="{97E3B93A-BB8F-6CAB-7F45-8A98FFCC5E70}"/>
              </a:ext>
            </a:extLst>
          </p:cNvPr>
          <p:cNvSpPr>
            <a:spLocks noGrp="1"/>
          </p:cNvSpPr>
          <p:nvPr>
            <p:ph sz="quarter" idx="15"/>
          </p:nvPr>
        </p:nvSpPr>
        <p:spPr>
          <a:xfrm>
            <a:off x="3976283" y="0"/>
            <a:ext cx="8215717" cy="6858000"/>
          </a:xfrm>
          <a:solidFill>
            <a:schemeClr val="bg1">
              <a:lumMod val="95000"/>
            </a:schemeClr>
          </a:solidFill>
        </p:spPr>
        <p:txBody>
          <a:bodyPr/>
          <a:lstStyle/>
          <a:p>
            <a:pPr lvl="0"/>
            <a:endParaRPr lang="cs-CZ" dirty="0"/>
          </a:p>
        </p:txBody>
      </p:sp>
      <p:sp>
        <p:nvSpPr>
          <p:cNvPr id="14" name="Zástupný symbol pro zápatí 4">
            <a:extLst>
              <a:ext uri="{FF2B5EF4-FFF2-40B4-BE49-F238E27FC236}">
                <a16:creationId xmlns:a16="http://schemas.microsoft.com/office/drawing/2014/main" id="{D424941B-C0DD-BF86-3E43-6AC09DC8B5B2}"/>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bg1"/>
                </a:solidFill>
              </a:defRPr>
            </a:lvl1pPr>
          </a:lstStyle>
          <a:p>
            <a:endParaRPr lang="cs-CZ" dirty="0"/>
          </a:p>
        </p:txBody>
      </p:sp>
      <p:cxnSp>
        <p:nvCxnSpPr>
          <p:cNvPr id="3" name="Přímá spojnice 2">
            <a:extLst>
              <a:ext uri="{FF2B5EF4-FFF2-40B4-BE49-F238E27FC236}">
                <a16:creationId xmlns:a16="http://schemas.microsoft.com/office/drawing/2014/main" id="{62D8AD63-285C-2074-2E5A-2C9CDB7DBEE5}"/>
              </a:ext>
            </a:extLst>
          </p:cNvPr>
          <p:cNvCxnSpPr>
            <a:cxnSpLocks/>
          </p:cNvCxnSpPr>
          <p:nvPr userDrawn="1"/>
        </p:nvCxnSpPr>
        <p:spPr>
          <a:xfrm>
            <a:off x="227013" y="6436908"/>
            <a:ext cx="0" cy="1950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Obrázek 4">
            <a:extLst>
              <a:ext uri="{FF2B5EF4-FFF2-40B4-BE49-F238E27FC236}">
                <a16:creationId xmlns:a16="http://schemas.microsoft.com/office/drawing/2014/main" id="{4661264F-CDFC-BD60-5CF9-131F0CB75916}"/>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4151224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lená plocha_nadpis_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Obdélník 1">
            <a:extLst>
              <a:ext uri="{FF2B5EF4-FFF2-40B4-BE49-F238E27FC236}">
                <a16:creationId xmlns:a16="http://schemas.microsoft.com/office/drawing/2014/main" id="{4D2627E8-80ED-3CF0-A87B-006439C5074C}"/>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4" name="Zástupný text 7">
            <a:extLst>
              <a:ext uri="{FF2B5EF4-FFF2-40B4-BE49-F238E27FC236}">
                <a16:creationId xmlns:a16="http://schemas.microsoft.com/office/drawing/2014/main" id="{60ECC746-0C4C-DD90-5B7D-4493704877BC}"/>
              </a:ext>
            </a:extLst>
          </p:cNvPr>
          <p:cNvSpPr>
            <a:spLocks noGrp="1"/>
          </p:cNvSpPr>
          <p:nvPr>
            <p:ph type="body" sz="quarter" idx="14" hasCustomPrompt="1"/>
          </p:nvPr>
        </p:nvSpPr>
        <p:spPr>
          <a:xfrm>
            <a:off x="442912" y="998676"/>
            <a:ext cx="3276831"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9" name="Zástupný text 10">
            <a:extLst>
              <a:ext uri="{FF2B5EF4-FFF2-40B4-BE49-F238E27FC236}">
                <a16:creationId xmlns:a16="http://schemas.microsoft.com/office/drawing/2014/main" id="{16A67768-2EF5-5B75-F4A6-2298175461AF}"/>
              </a:ext>
            </a:extLst>
          </p:cNvPr>
          <p:cNvSpPr>
            <a:spLocks noGrp="1"/>
          </p:cNvSpPr>
          <p:nvPr>
            <p:ph type="body" sz="quarter" idx="22"/>
          </p:nvPr>
        </p:nvSpPr>
        <p:spPr>
          <a:xfrm>
            <a:off x="4231540" y="998676"/>
            <a:ext cx="7640968" cy="5317383"/>
          </a:xfrm>
        </p:spPr>
        <p:txBody>
          <a:bodyPr tIns="0"/>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8842C583-989A-39C8-23C9-A354783EF643}"/>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76898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elená plocha_nadpis 2x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cxnSp>
        <p:nvCxnSpPr>
          <p:cNvPr id="12" name="Přímá spojnice 11">
            <a:extLst>
              <a:ext uri="{FF2B5EF4-FFF2-40B4-BE49-F238E27FC236}">
                <a16:creationId xmlns:a16="http://schemas.microsoft.com/office/drawing/2014/main" id="{E40D2CEA-7903-3EEC-EECF-C1BB78783EFD}"/>
              </a:ext>
            </a:extLst>
          </p:cNvPr>
          <p:cNvCxnSpPr>
            <a:cxnSpLocks/>
          </p:cNvCxnSpPr>
          <p:nvPr userDrawn="1"/>
        </p:nvCxnSpPr>
        <p:spPr>
          <a:xfrm>
            <a:off x="7986252"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Obdélník 3">
            <a:extLst>
              <a:ext uri="{FF2B5EF4-FFF2-40B4-BE49-F238E27FC236}">
                <a16:creationId xmlns:a16="http://schemas.microsoft.com/office/drawing/2014/main" id="{CDB0CF93-8B42-024E-C2F0-394A29855B90}"/>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Zástupný text 7">
            <a:extLst>
              <a:ext uri="{FF2B5EF4-FFF2-40B4-BE49-F238E27FC236}">
                <a16:creationId xmlns:a16="http://schemas.microsoft.com/office/drawing/2014/main" id="{B4235AE6-94BB-5341-8773-0D014D22EA18}"/>
              </a:ext>
            </a:extLst>
          </p:cNvPr>
          <p:cNvSpPr>
            <a:spLocks noGrp="1"/>
          </p:cNvSpPr>
          <p:nvPr>
            <p:ph type="body" sz="quarter" idx="14" hasCustomPrompt="1"/>
          </p:nvPr>
        </p:nvSpPr>
        <p:spPr>
          <a:xfrm>
            <a:off x="442912" y="998676"/>
            <a:ext cx="3312775"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16" name="Zástupný text 10">
            <a:extLst>
              <a:ext uri="{FF2B5EF4-FFF2-40B4-BE49-F238E27FC236}">
                <a16:creationId xmlns:a16="http://schemas.microsoft.com/office/drawing/2014/main" id="{2E76DA6D-17C9-ED95-A4A0-CC711C82A576}"/>
              </a:ext>
            </a:extLst>
          </p:cNvPr>
          <p:cNvSpPr>
            <a:spLocks noGrp="1"/>
          </p:cNvSpPr>
          <p:nvPr>
            <p:ph type="body" sz="quarter" idx="21"/>
          </p:nvPr>
        </p:nvSpPr>
        <p:spPr>
          <a:xfrm>
            <a:off x="8346306" y="998676"/>
            <a:ext cx="3513341" cy="5317383"/>
          </a:xfrm>
        </p:spPr>
        <p:txBody>
          <a:bodyPr tIns="0"/>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1BD4698C-88AA-CF2E-8810-75AB9660224B}"/>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2" name="Zástupný text 10">
            <a:extLst>
              <a:ext uri="{FF2B5EF4-FFF2-40B4-BE49-F238E27FC236}">
                <a16:creationId xmlns:a16="http://schemas.microsoft.com/office/drawing/2014/main" id="{B6EF3BF7-55B3-F914-C260-C62095115B2C}"/>
              </a:ext>
            </a:extLst>
          </p:cNvPr>
          <p:cNvSpPr>
            <a:spLocks noGrp="1"/>
          </p:cNvSpPr>
          <p:nvPr>
            <p:ph type="body" sz="quarter" idx="22"/>
          </p:nvPr>
        </p:nvSpPr>
        <p:spPr>
          <a:xfrm>
            <a:off x="4281127" y="998676"/>
            <a:ext cx="3345072" cy="5317383"/>
          </a:xfrm>
        </p:spPr>
        <p:txBody>
          <a:bodyPr tIns="0"/>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1534204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elená plocha_nadpis_text_obraz">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Obdélník 1">
            <a:extLst>
              <a:ext uri="{FF2B5EF4-FFF2-40B4-BE49-F238E27FC236}">
                <a16:creationId xmlns:a16="http://schemas.microsoft.com/office/drawing/2014/main" id="{9581E7F5-5089-77F3-7122-6B43EE41A9A5}"/>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4" name="Zástupný text 7">
            <a:extLst>
              <a:ext uri="{FF2B5EF4-FFF2-40B4-BE49-F238E27FC236}">
                <a16:creationId xmlns:a16="http://schemas.microsoft.com/office/drawing/2014/main" id="{213CEECC-15EF-DD01-2C00-9184216C8A5B}"/>
              </a:ext>
            </a:extLst>
          </p:cNvPr>
          <p:cNvSpPr>
            <a:spLocks noGrp="1"/>
          </p:cNvSpPr>
          <p:nvPr>
            <p:ph type="body" sz="quarter" idx="14" hasCustomPrompt="1"/>
          </p:nvPr>
        </p:nvSpPr>
        <p:spPr>
          <a:xfrm>
            <a:off x="442912" y="998676"/>
            <a:ext cx="3276831"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10" name="Zástupný text 10">
            <a:extLst>
              <a:ext uri="{FF2B5EF4-FFF2-40B4-BE49-F238E27FC236}">
                <a16:creationId xmlns:a16="http://schemas.microsoft.com/office/drawing/2014/main" id="{D8959ABC-AD70-CB58-38E9-659EA5B4399C}"/>
              </a:ext>
            </a:extLst>
          </p:cNvPr>
          <p:cNvSpPr>
            <a:spLocks noGrp="1"/>
          </p:cNvSpPr>
          <p:nvPr>
            <p:ph type="body" sz="quarter" idx="22"/>
          </p:nvPr>
        </p:nvSpPr>
        <p:spPr>
          <a:xfrm>
            <a:off x="4281127" y="998676"/>
            <a:ext cx="3345072" cy="5317383"/>
          </a:xfrm>
        </p:spPr>
        <p:txBody>
          <a:bodyPr tIns="0"/>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3A9B2C18-5D75-ADA5-3DEC-CFFC9D5F8478}"/>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cxnSp>
        <p:nvCxnSpPr>
          <p:cNvPr id="7" name="Přímá spojnice 6">
            <a:extLst>
              <a:ext uri="{FF2B5EF4-FFF2-40B4-BE49-F238E27FC236}">
                <a16:creationId xmlns:a16="http://schemas.microsoft.com/office/drawing/2014/main" id="{BE7D3CAA-89F5-F633-BF7A-E8ED1B63B32E}"/>
              </a:ext>
            </a:extLst>
          </p:cNvPr>
          <p:cNvCxnSpPr>
            <a:cxnSpLocks/>
          </p:cNvCxnSpPr>
          <p:nvPr userDrawn="1"/>
        </p:nvCxnSpPr>
        <p:spPr>
          <a:xfrm>
            <a:off x="7986252"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Zástupný obsah 10">
            <a:extLst>
              <a:ext uri="{FF2B5EF4-FFF2-40B4-BE49-F238E27FC236}">
                <a16:creationId xmlns:a16="http://schemas.microsoft.com/office/drawing/2014/main" id="{1E33B452-09BF-7CE1-DD2B-C878E5CAF17E}"/>
              </a:ext>
            </a:extLst>
          </p:cNvPr>
          <p:cNvSpPr>
            <a:spLocks noGrp="1"/>
          </p:cNvSpPr>
          <p:nvPr>
            <p:ph sz="quarter" idx="23"/>
          </p:nvPr>
        </p:nvSpPr>
        <p:spPr>
          <a:xfrm>
            <a:off x="8346299" y="818652"/>
            <a:ext cx="3544039" cy="5477372"/>
          </a:xfrm>
          <a:solidFill>
            <a:schemeClr val="bg1">
              <a:lumMod val="95000"/>
            </a:schemeClr>
          </a:solidFill>
        </p:spPr>
        <p:txBody>
          <a:bodyPr/>
          <a:lstStyle/>
          <a:p>
            <a:pPr lvl="0"/>
            <a:endParaRPr lang="cs-CZ" dirty="0"/>
          </a:p>
        </p:txBody>
      </p:sp>
    </p:spTree>
    <p:extLst>
      <p:ext uri="{BB962C8B-B14F-4D97-AF65-F5344CB8AC3E}">
        <p14:creationId xmlns:p14="http://schemas.microsoft.com/office/powerpoint/2010/main" val="3377726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elená plocha_nadpis_2x obraz">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Obdélník 1">
            <a:extLst>
              <a:ext uri="{FF2B5EF4-FFF2-40B4-BE49-F238E27FC236}">
                <a16:creationId xmlns:a16="http://schemas.microsoft.com/office/drawing/2014/main" id="{9581E7F5-5089-77F3-7122-6B43EE41A9A5}"/>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4" name="Zástupný text 7">
            <a:extLst>
              <a:ext uri="{FF2B5EF4-FFF2-40B4-BE49-F238E27FC236}">
                <a16:creationId xmlns:a16="http://schemas.microsoft.com/office/drawing/2014/main" id="{213CEECC-15EF-DD01-2C00-9184216C8A5B}"/>
              </a:ext>
            </a:extLst>
          </p:cNvPr>
          <p:cNvSpPr>
            <a:spLocks noGrp="1"/>
          </p:cNvSpPr>
          <p:nvPr>
            <p:ph type="body" sz="quarter" idx="14" hasCustomPrompt="1"/>
          </p:nvPr>
        </p:nvSpPr>
        <p:spPr>
          <a:xfrm>
            <a:off x="442912" y="998676"/>
            <a:ext cx="3276831"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3" name="Zástupný symbol pro zápatí 4">
            <a:extLst>
              <a:ext uri="{FF2B5EF4-FFF2-40B4-BE49-F238E27FC236}">
                <a16:creationId xmlns:a16="http://schemas.microsoft.com/office/drawing/2014/main" id="{3A9B2C18-5D75-ADA5-3DEC-CFFC9D5F8478}"/>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7" name="Zástupný obsah 10">
            <a:extLst>
              <a:ext uri="{FF2B5EF4-FFF2-40B4-BE49-F238E27FC236}">
                <a16:creationId xmlns:a16="http://schemas.microsoft.com/office/drawing/2014/main" id="{15E6340A-E6E3-030D-E735-4091F7D23F7D}"/>
              </a:ext>
            </a:extLst>
          </p:cNvPr>
          <p:cNvSpPr>
            <a:spLocks noGrp="1"/>
          </p:cNvSpPr>
          <p:nvPr>
            <p:ph sz="quarter" idx="20"/>
          </p:nvPr>
        </p:nvSpPr>
        <p:spPr>
          <a:xfrm>
            <a:off x="4281152" y="818652"/>
            <a:ext cx="3345052" cy="5477372"/>
          </a:xfrm>
          <a:solidFill>
            <a:schemeClr val="bg1">
              <a:lumMod val="95000"/>
            </a:schemeClr>
          </a:solidFill>
        </p:spPr>
        <p:txBody>
          <a:bodyPr/>
          <a:lstStyle/>
          <a:p>
            <a:pPr lvl="0"/>
            <a:endParaRPr lang="cs-CZ" dirty="0"/>
          </a:p>
        </p:txBody>
      </p:sp>
      <p:cxnSp>
        <p:nvCxnSpPr>
          <p:cNvPr id="8" name="Přímá spojnice 7">
            <a:extLst>
              <a:ext uri="{FF2B5EF4-FFF2-40B4-BE49-F238E27FC236}">
                <a16:creationId xmlns:a16="http://schemas.microsoft.com/office/drawing/2014/main" id="{5D677919-4CF0-4E1E-9BA1-994E8FB017C1}"/>
              </a:ext>
            </a:extLst>
          </p:cNvPr>
          <p:cNvCxnSpPr>
            <a:cxnSpLocks/>
          </p:cNvCxnSpPr>
          <p:nvPr userDrawn="1"/>
        </p:nvCxnSpPr>
        <p:spPr>
          <a:xfrm>
            <a:off x="7986252"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Zástupný obsah 10">
            <a:extLst>
              <a:ext uri="{FF2B5EF4-FFF2-40B4-BE49-F238E27FC236}">
                <a16:creationId xmlns:a16="http://schemas.microsoft.com/office/drawing/2014/main" id="{EF078F12-15EF-3653-C10F-1ED47ED15E7C}"/>
              </a:ext>
            </a:extLst>
          </p:cNvPr>
          <p:cNvSpPr>
            <a:spLocks noGrp="1"/>
          </p:cNvSpPr>
          <p:nvPr>
            <p:ph sz="quarter" idx="21"/>
          </p:nvPr>
        </p:nvSpPr>
        <p:spPr>
          <a:xfrm>
            <a:off x="8346307" y="818652"/>
            <a:ext cx="3544032" cy="5477372"/>
          </a:xfrm>
          <a:solidFill>
            <a:schemeClr val="bg1">
              <a:lumMod val="95000"/>
            </a:schemeClr>
          </a:solidFill>
        </p:spPr>
        <p:txBody>
          <a:bodyPr/>
          <a:lstStyle/>
          <a:p>
            <a:pPr lvl="0"/>
            <a:endParaRPr lang="cs-CZ" dirty="0"/>
          </a:p>
        </p:txBody>
      </p:sp>
    </p:spTree>
    <p:extLst>
      <p:ext uri="{BB962C8B-B14F-4D97-AF65-F5344CB8AC3E}">
        <p14:creationId xmlns:p14="http://schemas.microsoft.com/office/powerpoint/2010/main" val="3757399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elená plocha_nadpis_2x obraz_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Obdélník 1">
            <a:extLst>
              <a:ext uri="{FF2B5EF4-FFF2-40B4-BE49-F238E27FC236}">
                <a16:creationId xmlns:a16="http://schemas.microsoft.com/office/drawing/2014/main" id="{9581E7F5-5089-77F3-7122-6B43EE41A9A5}"/>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4" name="Zástupný text 7">
            <a:extLst>
              <a:ext uri="{FF2B5EF4-FFF2-40B4-BE49-F238E27FC236}">
                <a16:creationId xmlns:a16="http://schemas.microsoft.com/office/drawing/2014/main" id="{213CEECC-15EF-DD01-2C00-9184216C8A5B}"/>
              </a:ext>
            </a:extLst>
          </p:cNvPr>
          <p:cNvSpPr>
            <a:spLocks noGrp="1"/>
          </p:cNvSpPr>
          <p:nvPr>
            <p:ph type="body" sz="quarter" idx="14" hasCustomPrompt="1"/>
          </p:nvPr>
        </p:nvSpPr>
        <p:spPr>
          <a:xfrm>
            <a:off x="442912" y="998676"/>
            <a:ext cx="3276831"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3" name="Zástupný symbol pro zápatí 4">
            <a:extLst>
              <a:ext uri="{FF2B5EF4-FFF2-40B4-BE49-F238E27FC236}">
                <a16:creationId xmlns:a16="http://schemas.microsoft.com/office/drawing/2014/main" id="{3A9B2C18-5D75-ADA5-3DEC-CFFC9D5F8478}"/>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cxnSp>
        <p:nvCxnSpPr>
          <p:cNvPr id="5" name="Přímá spojnice 4">
            <a:extLst>
              <a:ext uri="{FF2B5EF4-FFF2-40B4-BE49-F238E27FC236}">
                <a16:creationId xmlns:a16="http://schemas.microsoft.com/office/drawing/2014/main" id="{65EF9DF3-A1C0-6729-2884-1E314E149706}"/>
              </a:ext>
            </a:extLst>
          </p:cNvPr>
          <p:cNvCxnSpPr>
            <a:cxnSpLocks/>
          </p:cNvCxnSpPr>
          <p:nvPr userDrawn="1"/>
        </p:nvCxnSpPr>
        <p:spPr>
          <a:xfrm>
            <a:off x="8076264" y="818652"/>
            <a:ext cx="0" cy="547737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Zástupný text 3">
            <a:extLst>
              <a:ext uri="{FF2B5EF4-FFF2-40B4-BE49-F238E27FC236}">
                <a16:creationId xmlns:a16="http://schemas.microsoft.com/office/drawing/2014/main" id="{8DF24C35-96F3-5E2E-8B32-63FB221D9E17}"/>
              </a:ext>
            </a:extLst>
          </p:cNvPr>
          <p:cNvSpPr>
            <a:spLocks noGrp="1"/>
          </p:cNvSpPr>
          <p:nvPr>
            <p:ph type="body" sz="quarter" idx="20"/>
          </p:nvPr>
        </p:nvSpPr>
        <p:spPr>
          <a:xfrm>
            <a:off x="4295760" y="4148408"/>
            <a:ext cx="3422026" cy="2147615"/>
          </a:xfrm>
        </p:spPr>
        <p:txBody>
          <a:bodyPr>
            <a:normAutofit/>
          </a:bodyPr>
          <a:lstStyle>
            <a:lvl1pPr>
              <a:defRPr sz="2000"/>
            </a:lvl1pPr>
          </a:lstStyle>
          <a:p>
            <a:pPr lvl="0"/>
            <a:r>
              <a:rPr lang="cs-CZ" dirty="0"/>
              <a:t>Po kliknutí můžete upravovat styly textu v předloze.</a:t>
            </a:r>
          </a:p>
        </p:txBody>
      </p:sp>
      <p:sp>
        <p:nvSpPr>
          <p:cNvPr id="11" name="Zástupný text 3">
            <a:extLst>
              <a:ext uri="{FF2B5EF4-FFF2-40B4-BE49-F238E27FC236}">
                <a16:creationId xmlns:a16="http://schemas.microsoft.com/office/drawing/2014/main" id="{E6AFA919-B35F-E649-377C-DCF29EC8C81C}"/>
              </a:ext>
            </a:extLst>
          </p:cNvPr>
          <p:cNvSpPr>
            <a:spLocks noGrp="1"/>
          </p:cNvSpPr>
          <p:nvPr>
            <p:ph type="body" sz="quarter" idx="21"/>
          </p:nvPr>
        </p:nvSpPr>
        <p:spPr>
          <a:xfrm>
            <a:off x="8456178" y="4148409"/>
            <a:ext cx="3410320" cy="2147613"/>
          </a:xfrm>
        </p:spPr>
        <p:txBody>
          <a:bodyPr>
            <a:normAutofit/>
          </a:bodyPr>
          <a:lstStyle>
            <a:lvl1pPr>
              <a:defRPr sz="2000"/>
            </a:lvl1pPr>
          </a:lstStyle>
          <a:p>
            <a:pPr lvl="0"/>
            <a:r>
              <a:rPr lang="cs-CZ" dirty="0"/>
              <a:t>Po kliknutí můžete upravovat styly textu v předloze.</a:t>
            </a:r>
          </a:p>
        </p:txBody>
      </p:sp>
      <p:sp>
        <p:nvSpPr>
          <p:cNvPr id="12" name="Zástupný obsah 13">
            <a:extLst>
              <a:ext uri="{FF2B5EF4-FFF2-40B4-BE49-F238E27FC236}">
                <a16:creationId xmlns:a16="http://schemas.microsoft.com/office/drawing/2014/main" id="{35B0CCC7-C29B-8B41-41E2-663F40AAFD10}"/>
              </a:ext>
            </a:extLst>
          </p:cNvPr>
          <p:cNvSpPr>
            <a:spLocks noGrp="1"/>
          </p:cNvSpPr>
          <p:nvPr>
            <p:ph sz="quarter" idx="22"/>
          </p:nvPr>
        </p:nvSpPr>
        <p:spPr>
          <a:xfrm>
            <a:off x="4295760" y="819150"/>
            <a:ext cx="3422026" cy="3130550"/>
          </a:xfrm>
          <a:solidFill>
            <a:schemeClr val="bg1">
              <a:lumMod val="95000"/>
            </a:schemeClr>
          </a:solidFill>
        </p:spPr>
        <p:txBody>
          <a:bodyPr/>
          <a:lstStyle/>
          <a:p>
            <a:pPr lvl="0"/>
            <a:endParaRPr lang="cs-CZ" dirty="0"/>
          </a:p>
        </p:txBody>
      </p:sp>
      <p:sp>
        <p:nvSpPr>
          <p:cNvPr id="13" name="Zástupný obsah 13">
            <a:extLst>
              <a:ext uri="{FF2B5EF4-FFF2-40B4-BE49-F238E27FC236}">
                <a16:creationId xmlns:a16="http://schemas.microsoft.com/office/drawing/2014/main" id="{503866CF-FF07-B392-443C-58D8A194A1A6}"/>
              </a:ext>
            </a:extLst>
          </p:cNvPr>
          <p:cNvSpPr>
            <a:spLocks noGrp="1"/>
          </p:cNvSpPr>
          <p:nvPr>
            <p:ph sz="quarter" idx="23"/>
          </p:nvPr>
        </p:nvSpPr>
        <p:spPr>
          <a:xfrm>
            <a:off x="8446654" y="819150"/>
            <a:ext cx="3422026" cy="3130550"/>
          </a:xfrm>
          <a:solidFill>
            <a:schemeClr val="bg1">
              <a:lumMod val="95000"/>
            </a:schemeClr>
          </a:solidFill>
        </p:spPr>
        <p:txBody>
          <a:bodyPr/>
          <a:lstStyle/>
          <a:p>
            <a:pPr lvl="0"/>
            <a:endParaRPr lang="cs-CZ" dirty="0"/>
          </a:p>
        </p:txBody>
      </p:sp>
    </p:spTree>
    <p:extLst>
      <p:ext uri="{BB962C8B-B14F-4D97-AF65-F5344CB8AC3E}">
        <p14:creationId xmlns:p14="http://schemas.microsoft.com/office/powerpoint/2010/main" val="3552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elená plocha_nadpis_obraz">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5" name="Zástupný obsah 4">
            <a:extLst>
              <a:ext uri="{FF2B5EF4-FFF2-40B4-BE49-F238E27FC236}">
                <a16:creationId xmlns:a16="http://schemas.microsoft.com/office/drawing/2014/main" id="{5EDD10DD-8C52-02CB-DCE0-A62712AEAD2B}"/>
              </a:ext>
            </a:extLst>
          </p:cNvPr>
          <p:cNvSpPr>
            <a:spLocks noGrp="1"/>
          </p:cNvSpPr>
          <p:nvPr>
            <p:ph sz="quarter" idx="15"/>
          </p:nvPr>
        </p:nvSpPr>
        <p:spPr>
          <a:xfrm>
            <a:off x="4295760" y="818652"/>
            <a:ext cx="7576748" cy="5477373"/>
          </a:xfrm>
          <a:solidFill>
            <a:schemeClr val="bg1">
              <a:lumMod val="95000"/>
            </a:schemeClr>
          </a:solidFill>
        </p:spPr>
        <p:txBody>
          <a:bodyPr/>
          <a:lstStyle>
            <a:lvl1pPr>
              <a:defRPr>
                <a:solidFill>
                  <a:schemeClr val="accent6"/>
                </a:solidFill>
              </a:defRPr>
            </a:lvl1pPr>
          </a:lstStyle>
          <a:p>
            <a:pPr lvl="0"/>
            <a:endParaRPr lang="cs-CZ" dirty="0"/>
          </a:p>
        </p:txBody>
      </p:sp>
      <p:sp>
        <p:nvSpPr>
          <p:cNvPr id="4" name="Obdélník 3">
            <a:extLst>
              <a:ext uri="{FF2B5EF4-FFF2-40B4-BE49-F238E27FC236}">
                <a16:creationId xmlns:a16="http://schemas.microsoft.com/office/drawing/2014/main" id="{1D316EE8-4CC9-B202-E05A-E53A371C2FFF}"/>
              </a:ext>
            </a:extLst>
          </p:cNvPr>
          <p:cNvSpPr/>
          <p:nvPr userDrawn="1"/>
        </p:nvSpPr>
        <p:spPr>
          <a:xfrm>
            <a:off x="227012" y="818652"/>
            <a:ext cx="3711143" cy="54773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8" name="Zástupný text 7">
            <a:extLst>
              <a:ext uri="{FF2B5EF4-FFF2-40B4-BE49-F238E27FC236}">
                <a16:creationId xmlns:a16="http://schemas.microsoft.com/office/drawing/2014/main" id="{D0F34EB1-9AAC-AEAA-CE5B-50160C72E689}"/>
              </a:ext>
            </a:extLst>
          </p:cNvPr>
          <p:cNvSpPr>
            <a:spLocks noGrp="1"/>
          </p:cNvSpPr>
          <p:nvPr>
            <p:ph type="body" sz="quarter" idx="14" hasCustomPrompt="1"/>
          </p:nvPr>
        </p:nvSpPr>
        <p:spPr>
          <a:xfrm>
            <a:off x="442912" y="998676"/>
            <a:ext cx="3276831" cy="5073651"/>
          </a:xfrm>
        </p:spPr>
        <p:txBody>
          <a:bodyPr lIns="0" tIns="0"/>
          <a:lstStyle>
            <a:lvl1pPr>
              <a:defRPr b="1">
                <a:solidFill>
                  <a:schemeClr val="bg1"/>
                </a:solidFill>
              </a:defRPr>
            </a:lvl1pPr>
          </a:lstStyle>
          <a:p>
            <a:pPr lvl="0"/>
            <a:r>
              <a:rPr lang="cs-CZ" dirty="0"/>
              <a:t>PO KLIKNUTÍ MŮŽETE UPRAVOVAT STYLY TEXTU V PŘEDLOZE.</a:t>
            </a:r>
          </a:p>
        </p:txBody>
      </p:sp>
      <p:sp>
        <p:nvSpPr>
          <p:cNvPr id="2" name="Zástupný symbol pro zápatí 4">
            <a:extLst>
              <a:ext uri="{FF2B5EF4-FFF2-40B4-BE49-F238E27FC236}">
                <a16:creationId xmlns:a16="http://schemas.microsoft.com/office/drawing/2014/main" id="{C4D37DEE-1A9D-6E0C-5244-0DF26CEFCD2C}"/>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1618769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ruh_nadpis_obraz">
    <p:spTree>
      <p:nvGrpSpPr>
        <p:cNvPr id="1" name=""/>
        <p:cNvGrpSpPr/>
        <p:nvPr/>
      </p:nvGrpSpPr>
      <p:grpSpPr>
        <a:xfrm>
          <a:off x="0" y="0"/>
          <a:ext cx="0" cy="0"/>
          <a:chOff x="0" y="0"/>
          <a:chExt cx="0" cy="0"/>
        </a:xfrm>
      </p:grpSpPr>
      <p:sp>
        <p:nvSpPr>
          <p:cNvPr id="3" name="Zástupný symbol pro číslo snímku 2">
            <a:extLst>
              <a:ext uri="{FF2B5EF4-FFF2-40B4-BE49-F238E27FC236}">
                <a16:creationId xmlns:a16="http://schemas.microsoft.com/office/drawing/2014/main" id="{1C38129E-8020-FA08-34E6-ACB9B768FEEA}"/>
              </a:ext>
            </a:extLst>
          </p:cNvPr>
          <p:cNvSpPr>
            <a:spLocks noGrp="1"/>
          </p:cNvSpPr>
          <p:nvPr>
            <p:ph type="sldNum" sz="quarter" idx="10"/>
          </p:nvPr>
        </p:nvSpPr>
        <p:spPr/>
        <p:txBody>
          <a:bodyPr/>
          <a:lstStyle/>
          <a:p>
            <a:fld id="{E57EA1BE-92D9-9E4F-B3B9-F1A717F85676}" type="slidenum">
              <a:rPr lang="cs-CZ" smtClean="0"/>
              <a:pPr/>
              <a:t>‹#›</a:t>
            </a:fld>
            <a:endParaRPr lang="cs-CZ"/>
          </a:p>
        </p:txBody>
      </p:sp>
      <p:sp>
        <p:nvSpPr>
          <p:cNvPr id="4" name="Zástupný symbol obrázku 3">
            <a:extLst>
              <a:ext uri="{FF2B5EF4-FFF2-40B4-BE49-F238E27FC236}">
                <a16:creationId xmlns:a16="http://schemas.microsoft.com/office/drawing/2014/main" id="{C1891EC1-4D1B-1197-E3B6-12A7DFBF1A55}"/>
              </a:ext>
            </a:extLst>
          </p:cNvPr>
          <p:cNvSpPr>
            <a:spLocks noGrp="1"/>
          </p:cNvSpPr>
          <p:nvPr>
            <p:ph type="pic" sz="quarter" idx="15"/>
          </p:nvPr>
        </p:nvSpPr>
        <p:spPr>
          <a:xfrm>
            <a:off x="4313208" y="0"/>
            <a:ext cx="7878792" cy="6858000"/>
          </a:xfrm>
          <a:prstGeom prst="rect">
            <a:avLst/>
          </a:prstGeom>
          <a:solidFill>
            <a:schemeClr val="bg1">
              <a:lumMod val="95000"/>
            </a:schemeClr>
          </a:solidFill>
        </p:spPr>
        <p:txBody>
          <a:bodyPr/>
          <a:lstStyle/>
          <a:p>
            <a:endParaRPr lang="cs-CZ"/>
          </a:p>
        </p:txBody>
      </p:sp>
      <p:sp>
        <p:nvSpPr>
          <p:cNvPr id="5" name="Ovál 4">
            <a:extLst>
              <a:ext uri="{FF2B5EF4-FFF2-40B4-BE49-F238E27FC236}">
                <a16:creationId xmlns:a16="http://schemas.microsoft.com/office/drawing/2014/main" id="{FA16D690-4FA3-4D41-13EA-B94B3C7AE9CF}"/>
              </a:ext>
            </a:extLst>
          </p:cNvPr>
          <p:cNvSpPr/>
          <p:nvPr userDrawn="1"/>
        </p:nvSpPr>
        <p:spPr>
          <a:xfrm>
            <a:off x="227012" y="1665288"/>
            <a:ext cx="3833583" cy="383358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6" name="Zástupný text 7">
            <a:extLst>
              <a:ext uri="{FF2B5EF4-FFF2-40B4-BE49-F238E27FC236}">
                <a16:creationId xmlns:a16="http://schemas.microsoft.com/office/drawing/2014/main" id="{25DD3D76-1EFE-0DF1-FD6A-FB7B749117D9}"/>
              </a:ext>
            </a:extLst>
          </p:cNvPr>
          <p:cNvSpPr>
            <a:spLocks noGrp="1"/>
          </p:cNvSpPr>
          <p:nvPr>
            <p:ph type="body" sz="quarter" idx="14" hasCustomPrompt="1"/>
          </p:nvPr>
        </p:nvSpPr>
        <p:spPr>
          <a:xfrm>
            <a:off x="576658" y="2669407"/>
            <a:ext cx="3236217" cy="1846054"/>
          </a:xfrm>
          <a:prstGeom prst="rect">
            <a:avLst/>
          </a:prstGeom>
        </p:spPr>
        <p:txBody>
          <a:bodyPr lIns="0" anchor="ctr" anchorCtr="0"/>
          <a:lstStyle>
            <a:lvl1pPr algn="l">
              <a:defRPr b="1">
                <a:solidFill>
                  <a:schemeClr val="bg1"/>
                </a:solidFill>
              </a:defRPr>
            </a:lvl1pPr>
          </a:lstStyle>
          <a:p>
            <a:pPr lvl="0"/>
            <a:r>
              <a:rPr lang="cs-CZ" dirty="0"/>
              <a:t>PO KLIKNUTÍ MŮŽETE UPRAVOVAT STYLY TEXTU V PŘEDLOZE.</a:t>
            </a:r>
          </a:p>
        </p:txBody>
      </p:sp>
      <p:sp>
        <p:nvSpPr>
          <p:cNvPr id="2" name="Zástupný symbol pro zápatí 4">
            <a:extLst>
              <a:ext uri="{FF2B5EF4-FFF2-40B4-BE49-F238E27FC236}">
                <a16:creationId xmlns:a16="http://schemas.microsoft.com/office/drawing/2014/main" id="{CC43A9E5-E397-F257-84D8-BBBF39020061}"/>
              </a:ext>
            </a:extLst>
          </p:cNvPr>
          <p:cNvSpPr>
            <a:spLocks noGrp="1"/>
          </p:cNvSpPr>
          <p:nvPr>
            <p:ph type="ftr" sz="quarter" idx="3"/>
          </p:nvPr>
        </p:nvSpPr>
        <p:spPr>
          <a:xfrm>
            <a:off x="443883" y="6332333"/>
            <a:ext cx="34918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3928062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ruh_nadpis_multimédia">
    <p:spTree>
      <p:nvGrpSpPr>
        <p:cNvPr id="1" name=""/>
        <p:cNvGrpSpPr/>
        <p:nvPr/>
      </p:nvGrpSpPr>
      <p:grpSpPr>
        <a:xfrm>
          <a:off x="0" y="0"/>
          <a:ext cx="0" cy="0"/>
          <a:chOff x="0" y="0"/>
          <a:chExt cx="0" cy="0"/>
        </a:xfrm>
      </p:grpSpPr>
      <p:sp>
        <p:nvSpPr>
          <p:cNvPr id="3" name="Zástupný symbol pro číslo snímku 2">
            <a:extLst>
              <a:ext uri="{FF2B5EF4-FFF2-40B4-BE49-F238E27FC236}">
                <a16:creationId xmlns:a16="http://schemas.microsoft.com/office/drawing/2014/main" id="{1C38129E-8020-FA08-34E6-ACB9B768FEEA}"/>
              </a:ext>
            </a:extLst>
          </p:cNvPr>
          <p:cNvSpPr>
            <a:spLocks noGrp="1"/>
          </p:cNvSpPr>
          <p:nvPr>
            <p:ph type="sldNum" sz="quarter" idx="10"/>
          </p:nvPr>
        </p:nvSpPr>
        <p:spPr/>
        <p:txBody>
          <a:bodyPr/>
          <a:lstStyle/>
          <a:p>
            <a:fld id="{E57EA1BE-92D9-9E4F-B3B9-F1A717F85676}" type="slidenum">
              <a:rPr lang="cs-CZ" smtClean="0"/>
              <a:pPr/>
              <a:t>‹#›</a:t>
            </a:fld>
            <a:endParaRPr lang="cs-CZ"/>
          </a:p>
        </p:txBody>
      </p:sp>
      <p:sp>
        <p:nvSpPr>
          <p:cNvPr id="5" name="Ovál 4">
            <a:extLst>
              <a:ext uri="{FF2B5EF4-FFF2-40B4-BE49-F238E27FC236}">
                <a16:creationId xmlns:a16="http://schemas.microsoft.com/office/drawing/2014/main" id="{FA16D690-4FA3-4D41-13EA-B94B3C7AE9CF}"/>
              </a:ext>
            </a:extLst>
          </p:cNvPr>
          <p:cNvSpPr/>
          <p:nvPr userDrawn="1"/>
        </p:nvSpPr>
        <p:spPr>
          <a:xfrm>
            <a:off x="227012" y="1665288"/>
            <a:ext cx="3833583" cy="383358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Zástupný text 7">
            <a:extLst>
              <a:ext uri="{FF2B5EF4-FFF2-40B4-BE49-F238E27FC236}">
                <a16:creationId xmlns:a16="http://schemas.microsoft.com/office/drawing/2014/main" id="{25DD3D76-1EFE-0DF1-FD6A-FB7B749117D9}"/>
              </a:ext>
            </a:extLst>
          </p:cNvPr>
          <p:cNvSpPr>
            <a:spLocks noGrp="1"/>
          </p:cNvSpPr>
          <p:nvPr>
            <p:ph type="body" sz="quarter" idx="14" hasCustomPrompt="1"/>
          </p:nvPr>
        </p:nvSpPr>
        <p:spPr>
          <a:xfrm>
            <a:off x="576658" y="2669407"/>
            <a:ext cx="3236217" cy="1846054"/>
          </a:xfrm>
          <a:prstGeom prst="rect">
            <a:avLst/>
          </a:prstGeom>
        </p:spPr>
        <p:txBody>
          <a:bodyPr lIns="0" anchor="ctr" anchorCtr="0"/>
          <a:lstStyle>
            <a:lvl1pPr>
              <a:defRPr b="1">
                <a:solidFill>
                  <a:schemeClr val="bg1"/>
                </a:solidFill>
              </a:defRPr>
            </a:lvl1pPr>
          </a:lstStyle>
          <a:p>
            <a:pPr lvl="0"/>
            <a:r>
              <a:rPr lang="cs-CZ" dirty="0"/>
              <a:t>PO KLIKNUTÍ MŮŽETE UPRAVOVAT STYLY TEXTU V PŘEDLOZE.</a:t>
            </a:r>
          </a:p>
        </p:txBody>
      </p:sp>
      <p:sp>
        <p:nvSpPr>
          <p:cNvPr id="2" name="Zástupný objekt multimédií 4">
            <a:extLst>
              <a:ext uri="{FF2B5EF4-FFF2-40B4-BE49-F238E27FC236}">
                <a16:creationId xmlns:a16="http://schemas.microsoft.com/office/drawing/2014/main" id="{F8362986-0BC1-CDB4-6FB6-9B1C7F15945A}"/>
              </a:ext>
            </a:extLst>
          </p:cNvPr>
          <p:cNvSpPr>
            <a:spLocks noGrp="1"/>
          </p:cNvSpPr>
          <p:nvPr>
            <p:ph type="media" sz="quarter" idx="15"/>
          </p:nvPr>
        </p:nvSpPr>
        <p:spPr>
          <a:xfrm>
            <a:off x="4321834" y="908049"/>
            <a:ext cx="7870166" cy="5421645"/>
          </a:xfrm>
          <a:prstGeom prst="rect">
            <a:avLst/>
          </a:prstGeom>
          <a:solidFill>
            <a:schemeClr val="bg1">
              <a:lumMod val="95000"/>
            </a:schemeClr>
          </a:solidFill>
        </p:spPr>
        <p:txBody>
          <a:bodyPr/>
          <a:lstStyle/>
          <a:p>
            <a:endParaRPr lang="cs-CZ" dirty="0"/>
          </a:p>
        </p:txBody>
      </p:sp>
      <p:sp>
        <p:nvSpPr>
          <p:cNvPr id="4" name="Zástupný symbol pro zápatí 4">
            <a:extLst>
              <a:ext uri="{FF2B5EF4-FFF2-40B4-BE49-F238E27FC236}">
                <a16:creationId xmlns:a16="http://schemas.microsoft.com/office/drawing/2014/main" id="{17A8B0A3-C130-1E8F-A806-1565A56B9416}"/>
              </a:ext>
            </a:extLst>
          </p:cNvPr>
          <p:cNvSpPr>
            <a:spLocks noGrp="1"/>
          </p:cNvSpPr>
          <p:nvPr>
            <p:ph type="ftr" sz="quarter" idx="3"/>
          </p:nvPr>
        </p:nvSpPr>
        <p:spPr>
          <a:xfrm>
            <a:off x="443883" y="6332333"/>
            <a:ext cx="34918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329907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ruh_nadpis_2x obraz">
    <p:spTree>
      <p:nvGrpSpPr>
        <p:cNvPr id="1" name=""/>
        <p:cNvGrpSpPr/>
        <p:nvPr/>
      </p:nvGrpSpPr>
      <p:grpSpPr>
        <a:xfrm>
          <a:off x="0" y="0"/>
          <a:ext cx="0" cy="0"/>
          <a:chOff x="0" y="0"/>
          <a:chExt cx="0" cy="0"/>
        </a:xfrm>
      </p:grpSpPr>
      <p:sp>
        <p:nvSpPr>
          <p:cNvPr id="3" name="Zástupný symbol pro číslo snímku 2">
            <a:extLst>
              <a:ext uri="{FF2B5EF4-FFF2-40B4-BE49-F238E27FC236}">
                <a16:creationId xmlns:a16="http://schemas.microsoft.com/office/drawing/2014/main" id="{1C38129E-8020-FA08-34E6-ACB9B768FEEA}"/>
              </a:ext>
            </a:extLst>
          </p:cNvPr>
          <p:cNvSpPr>
            <a:spLocks noGrp="1"/>
          </p:cNvSpPr>
          <p:nvPr>
            <p:ph type="sldNum" sz="quarter" idx="10"/>
          </p:nvPr>
        </p:nvSpPr>
        <p:spPr/>
        <p:txBody>
          <a:bodyPr/>
          <a:lstStyle/>
          <a:p>
            <a:fld id="{E57EA1BE-92D9-9E4F-B3B9-F1A717F85676}" type="slidenum">
              <a:rPr lang="cs-CZ" smtClean="0"/>
              <a:pPr/>
              <a:t>‹#›</a:t>
            </a:fld>
            <a:endParaRPr lang="cs-CZ"/>
          </a:p>
        </p:txBody>
      </p:sp>
      <p:sp>
        <p:nvSpPr>
          <p:cNvPr id="5" name="Ovál 4">
            <a:extLst>
              <a:ext uri="{FF2B5EF4-FFF2-40B4-BE49-F238E27FC236}">
                <a16:creationId xmlns:a16="http://schemas.microsoft.com/office/drawing/2014/main" id="{FA16D690-4FA3-4D41-13EA-B94B3C7AE9CF}"/>
              </a:ext>
            </a:extLst>
          </p:cNvPr>
          <p:cNvSpPr/>
          <p:nvPr userDrawn="1"/>
        </p:nvSpPr>
        <p:spPr>
          <a:xfrm>
            <a:off x="227012" y="1665288"/>
            <a:ext cx="3833583" cy="383358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Zástupný text 7">
            <a:extLst>
              <a:ext uri="{FF2B5EF4-FFF2-40B4-BE49-F238E27FC236}">
                <a16:creationId xmlns:a16="http://schemas.microsoft.com/office/drawing/2014/main" id="{25DD3D76-1EFE-0DF1-FD6A-FB7B749117D9}"/>
              </a:ext>
            </a:extLst>
          </p:cNvPr>
          <p:cNvSpPr>
            <a:spLocks noGrp="1"/>
          </p:cNvSpPr>
          <p:nvPr>
            <p:ph type="body" sz="quarter" idx="14" hasCustomPrompt="1"/>
          </p:nvPr>
        </p:nvSpPr>
        <p:spPr>
          <a:xfrm>
            <a:off x="576658" y="2669407"/>
            <a:ext cx="3236217" cy="1846054"/>
          </a:xfrm>
          <a:prstGeom prst="rect">
            <a:avLst/>
          </a:prstGeom>
        </p:spPr>
        <p:txBody>
          <a:bodyPr lIns="0" anchor="ctr" anchorCtr="0"/>
          <a:lstStyle>
            <a:lvl1pPr>
              <a:defRPr b="1">
                <a:solidFill>
                  <a:schemeClr val="bg1"/>
                </a:solidFill>
              </a:defRPr>
            </a:lvl1pPr>
          </a:lstStyle>
          <a:p>
            <a:pPr lvl="0"/>
            <a:r>
              <a:rPr lang="cs-CZ" dirty="0"/>
              <a:t>PO KLIKNUTÍ MŮŽETE UPRAVOVAT STYLY TEXTU V PŘEDLOZE.</a:t>
            </a:r>
          </a:p>
        </p:txBody>
      </p:sp>
      <p:sp>
        <p:nvSpPr>
          <p:cNvPr id="4" name="Zástupný symbol pro zápatí 4">
            <a:extLst>
              <a:ext uri="{FF2B5EF4-FFF2-40B4-BE49-F238E27FC236}">
                <a16:creationId xmlns:a16="http://schemas.microsoft.com/office/drawing/2014/main" id="{17A8B0A3-C130-1E8F-A806-1565A56B9416}"/>
              </a:ext>
            </a:extLst>
          </p:cNvPr>
          <p:cNvSpPr>
            <a:spLocks noGrp="1"/>
          </p:cNvSpPr>
          <p:nvPr>
            <p:ph type="ftr" sz="quarter" idx="3"/>
          </p:nvPr>
        </p:nvSpPr>
        <p:spPr>
          <a:xfrm>
            <a:off x="443883" y="6332333"/>
            <a:ext cx="34918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cxnSp>
        <p:nvCxnSpPr>
          <p:cNvPr id="7" name="Přímá spojnice 6">
            <a:extLst>
              <a:ext uri="{FF2B5EF4-FFF2-40B4-BE49-F238E27FC236}">
                <a16:creationId xmlns:a16="http://schemas.microsoft.com/office/drawing/2014/main" id="{FC1FB79B-F9BD-3439-FEA9-9D707DEF859B}"/>
              </a:ext>
            </a:extLst>
          </p:cNvPr>
          <p:cNvCxnSpPr>
            <a:cxnSpLocks/>
          </p:cNvCxnSpPr>
          <p:nvPr userDrawn="1"/>
        </p:nvCxnSpPr>
        <p:spPr>
          <a:xfrm>
            <a:off x="8256288"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Zástupný obsah 10">
            <a:extLst>
              <a:ext uri="{FF2B5EF4-FFF2-40B4-BE49-F238E27FC236}">
                <a16:creationId xmlns:a16="http://schemas.microsoft.com/office/drawing/2014/main" id="{2B7D5AC4-12E9-27B9-85DA-E4A9A4941F45}"/>
              </a:ext>
            </a:extLst>
          </p:cNvPr>
          <p:cNvSpPr>
            <a:spLocks noGrp="1"/>
          </p:cNvSpPr>
          <p:nvPr>
            <p:ph sz="quarter" idx="20"/>
          </p:nvPr>
        </p:nvSpPr>
        <p:spPr>
          <a:xfrm>
            <a:off x="4648036" y="818652"/>
            <a:ext cx="3249671" cy="5477372"/>
          </a:xfrm>
          <a:solidFill>
            <a:schemeClr val="bg1">
              <a:lumMod val="95000"/>
            </a:schemeClr>
          </a:solidFill>
        </p:spPr>
        <p:txBody>
          <a:bodyPr/>
          <a:lstStyle/>
          <a:p>
            <a:pPr lvl="0"/>
            <a:endParaRPr lang="cs-CZ" dirty="0"/>
          </a:p>
        </p:txBody>
      </p:sp>
      <p:sp>
        <p:nvSpPr>
          <p:cNvPr id="9" name="Zástupný obsah 10">
            <a:extLst>
              <a:ext uri="{FF2B5EF4-FFF2-40B4-BE49-F238E27FC236}">
                <a16:creationId xmlns:a16="http://schemas.microsoft.com/office/drawing/2014/main" id="{C9A756C4-2D25-2A4C-688C-ADAB3DE1BD7B}"/>
              </a:ext>
            </a:extLst>
          </p:cNvPr>
          <p:cNvSpPr>
            <a:spLocks noGrp="1"/>
          </p:cNvSpPr>
          <p:nvPr>
            <p:ph sz="quarter" idx="21"/>
          </p:nvPr>
        </p:nvSpPr>
        <p:spPr>
          <a:xfrm>
            <a:off x="8618903" y="818652"/>
            <a:ext cx="3249671" cy="5477372"/>
          </a:xfrm>
          <a:solidFill>
            <a:schemeClr val="bg1">
              <a:lumMod val="95000"/>
            </a:schemeClr>
          </a:solidFill>
        </p:spPr>
        <p:txBody>
          <a:bodyPr/>
          <a:lstStyle/>
          <a:p>
            <a:pPr lvl="0"/>
            <a:endParaRPr lang="cs-CZ" dirty="0"/>
          </a:p>
        </p:txBody>
      </p:sp>
    </p:spTree>
    <p:extLst>
      <p:ext uri="{BB962C8B-B14F-4D97-AF65-F5344CB8AC3E}">
        <p14:creationId xmlns:p14="http://schemas.microsoft.com/office/powerpoint/2010/main" val="4199259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ruh_nadpis_2x obraz_text">
    <p:spTree>
      <p:nvGrpSpPr>
        <p:cNvPr id="1" name=""/>
        <p:cNvGrpSpPr/>
        <p:nvPr/>
      </p:nvGrpSpPr>
      <p:grpSpPr>
        <a:xfrm>
          <a:off x="0" y="0"/>
          <a:ext cx="0" cy="0"/>
          <a:chOff x="0" y="0"/>
          <a:chExt cx="0" cy="0"/>
        </a:xfrm>
      </p:grpSpPr>
      <p:sp>
        <p:nvSpPr>
          <p:cNvPr id="3" name="Zástupný symbol pro číslo snímku 2">
            <a:extLst>
              <a:ext uri="{FF2B5EF4-FFF2-40B4-BE49-F238E27FC236}">
                <a16:creationId xmlns:a16="http://schemas.microsoft.com/office/drawing/2014/main" id="{1C38129E-8020-FA08-34E6-ACB9B768FEEA}"/>
              </a:ext>
            </a:extLst>
          </p:cNvPr>
          <p:cNvSpPr>
            <a:spLocks noGrp="1"/>
          </p:cNvSpPr>
          <p:nvPr>
            <p:ph type="sldNum" sz="quarter" idx="10"/>
          </p:nvPr>
        </p:nvSpPr>
        <p:spPr/>
        <p:txBody>
          <a:bodyPr/>
          <a:lstStyle/>
          <a:p>
            <a:fld id="{E57EA1BE-92D9-9E4F-B3B9-F1A717F85676}" type="slidenum">
              <a:rPr lang="cs-CZ" smtClean="0"/>
              <a:pPr/>
              <a:t>‹#›</a:t>
            </a:fld>
            <a:endParaRPr lang="cs-CZ"/>
          </a:p>
        </p:txBody>
      </p:sp>
      <p:sp>
        <p:nvSpPr>
          <p:cNvPr id="5" name="Ovál 4">
            <a:extLst>
              <a:ext uri="{FF2B5EF4-FFF2-40B4-BE49-F238E27FC236}">
                <a16:creationId xmlns:a16="http://schemas.microsoft.com/office/drawing/2014/main" id="{FA16D690-4FA3-4D41-13EA-B94B3C7AE9CF}"/>
              </a:ext>
            </a:extLst>
          </p:cNvPr>
          <p:cNvSpPr/>
          <p:nvPr userDrawn="1"/>
        </p:nvSpPr>
        <p:spPr>
          <a:xfrm>
            <a:off x="227012" y="1665288"/>
            <a:ext cx="3833583" cy="383358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Zástupný text 7">
            <a:extLst>
              <a:ext uri="{FF2B5EF4-FFF2-40B4-BE49-F238E27FC236}">
                <a16:creationId xmlns:a16="http://schemas.microsoft.com/office/drawing/2014/main" id="{25DD3D76-1EFE-0DF1-FD6A-FB7B749117D9}"/>
              </a:ext>
            </a:extLst>
          </p:cNvPr>
          <p:cNvSpPr>
            <a:spLocks noGrp="1"/>
          </p:cNvSpPr>
          <p:nvPr>
            <p:ph type="body" sz="quarter" idx="14" hasCustomPrompt="1"/>
          </p:nvPr>
        </p:nvSpPr>
        <p:spPr>
          <a:xfrm>
            <a:off x="576658" y="2669407"/>
            <a:ext cx="3236217" cy="1846054"/>
          </a:xfrm>
          <a:prstGeom prst="rect">
            <a:avLst/>
          </a:prstGeom>
        </p:spPr>
        <p:txBody>
          <a:bodyPr lIns="0" anchor="ctr" anchorCtr="0"/>
          <a:lstStyle>
            <a:lvl1pPr>
              <a:defRPr b="1">
                <a:solidFill>
                  <a:schemeClr val="bg1"/>
                </a:solidFill>
              </a:defRPr>
            </a:lvl1pPr>
          </a:lstStyle>
          <a:p>
            <a:pPr lvl="0"/>
            <a:r>
              <a:rPr lang="cs-CZ" dirty="0"/>
              <a:t>PO KLIKNUTÍ MŮŽETE UPRAVOVAT STYLY TEXTU V PŘEDLOZE.</a:t>
            </a:r>
          </a:p>
        </p:txBody>
      </p:sp>
      <p:sp>
        <p:nvSpPr>
          <p:cNvPr id="4" name="Zástupný symbol pro zápatí 4">
            <a:extLst>
              <a:ext uri="{FF2B5EF4-FFF2-40B4-BE49-F238E27FC236}">
                <a16:creationId xmlns:a16="http://schemas.microsoft.com/office/drawing/2014/main" id="{17A8B0A3-C130-1E8F-A806-1565A56B9416}"/>
              </a:ext>
            </a:extLst>
          </p:cNvPr>
          <p:cNvSpPr>
            <a:spLocks noGrp="1"/>
          </p:cNvSpPr>
          <p:nvPr>
            <p:ph type="ftr" sz="quarter" idx="3"/>
          </p:nvPr>
        </p:nvSpPr>
        <p:spPr>
          <a:xfrm>
            <a:off x="443883" y="6332333"/>
            <a:ext cx="34918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cxnSp>
        <p:nvCxnSpPr>
          <p:cNvPr id="2" name="Přímá spojnice 1">
            <a:extLst>
              <a:ext uri="{FF2B5EF4-FFF2-40B4-BE49-F238E27FC236}">
                <a16:creationId xmlns:a16="http://schemas.microsoft.com/office/drawing/2014/main" id="{8501083B-37F9-A388-1FB5-66B2F1C13169}"/>
              </a:ext>
            </a:extLst>
          </p:cNvPr>
          <p:cNvCxnSpPr>
            <a:cxnSpLocks/>
          </p:cNvCxnSpPr>
          <p:nvPr userDrawn="1"/>
        </p:nvCxnSpPr>
        <p:spPr>
          <a:xfrm>
            <a:off x="8256288"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Zástupný text 3">
            <a:extLst>
              <a:ext uri="{FF2B5EF4-FFF2-40B4-BE49-F238E27FC236}">
                <a16:creationId xmlns:a16="http://schemas.microsoft.com/office/drawing/2014/main" id="{4C61AF7A-27CF-B99A-A536-C58C765790A8}"/>
              </a:ext>
            </a:extLst>
          </p:cNvPr>
          <p:cNvSpPr>
            <a:spLocks noGrp="1"/>
          </p:cNvSpPr>
          <p:nvPr>
            <p:ph type="body" sz="quarter" idx="20"/>
          </p:nvPr>
        </p:nvSpPr>
        <p:spPr>
          <a:xfrm>
            <a:off x="4638675" y="4148408"/>
            <a:ext cx="3259138" cy="2147615"/>
          </a:xfrm>
        </p:spPr>
        <p:txBody>
          <a:bodyPr>
            <a:normAutofit/>
          </a:bodyPr>
          <a:lstStyle>
            <a:lvl1pPr>
              <a:defRPr sz="2000"/>
            </a:lvl1pPr>
          </a:lstStyle>
          <a:p>
            <a:pPr lvl="0"/>
            <a:r>
              <a:rPr lang="cs-CZ" dirty="0"/>
              <a:t>Po kliknutí můžete upravovat styly textu v předloze.</a:t>
            </a:r>
          </a:p>
        </p:txBody>
      </p:sp>
      <p:sp>
        <p:nvSpPr>
          <p:cNvPr id="11" name="Zástupný text 3">
            <a:extLst>
              <a:ext uri="{FF2B5EF4-FFF2-40B4-BE49-F238E27FC236}">
                <a16:creationId xmlns:a16="http://schemas.microsoft.com/office/drawing/2014/main" id="{52B31097-D373-B21F-DBB0-B222DB401E25}"/>
              </a:ext>
            </a:extLst>
          </p:cNvPr>
          <p:cNvSpPr>
            <a:spLocks noGrp="1"/>
          </p:cNvSpPr>
          <p:nvPr>
            <p:ph type="body" sz="quarter" idx="21"/>
          </p:nvPr>
        </p:nvSpPr>
        <p:spPr>
          <a:xfrm>
            <a:off x="8607360" y="4148409"/>
            <a:ext cx="3259138" cy="2147613"/>
          </a:xfrm>
        </p:spPr>
        <p:txBody>
          <a:bodyPr>
            <a:normAutofit/>
          </a:bodyPr>
          <a:lstStyle>
            <a:lvl1pPr>
              <a:defRPr sz="2000"/>
            </a:lvl1pPr>
          </a:lstStyle>
          <a:p>
            <a:pPr lvl="0"/>
            <a:r>
              <a:rPr lang="cs-CZ" dirty="0"/>
              <a:t>Po kliknutí můžete upravovat styly textu v předloze.</a:t>
            </a:r>
          </a:p>
        </p:txBody>
      </p:sp>
      <p:sp>
        <p:nvSpPr>
          <p:cNvPr id="12" name="Zástupný obsah 13">
            <a:extLst>
              <a:ext uri="{FF2B5EF4-FFF2-40B4-BE49-F238E27FC236}">
                <a16:creationId xmlns:a16="http://schemas.microsoft.com/office/drawing/2014/main" id="{E93351BE-D71B-BDC7-58F5-7DB2CA816E5D}"/>
              </a:ext>
            </a:extLst>
          </p:cNvPr>
          <p:cNvSpPr>
            <a:spLocks noGrp="1"/>
          </p:cNvSpPr>
          <p:nvPr>
            <p:ph sz="quarter" idx="22"/>
          </p:nvPr>
        </p:nvSpPr>
        <p:spPr>
          <a:xfrm>
            <a:off x="4638675" y="819150"/>
            <a:ext cx="3259138" cy="3130550"/>
          </a:xfrm>
          <a:solidFill>
            <a:schemeClr val="bg1">
              <a:lumMod val="95000"/>
            </a:schemeClr>
          </a:solidFill>
        </p:spPr>
        <p:txBody>
          <a:bodyPr/>
          <a:lstStyle/>
          <a:p>
            <a:pPr lvl="0"/>
            <a:endParaRPr lang="cs-CZ" dirty="0"/>
          </a:p>
        </p:txBody>
      </p:sp>
      <p:sp>
        <p:nvSpPr>
          <p:cNvPr id="13" name="Zástupný obsah 13">
            <a:extLst>
              <a:ext uri="{FF2B5EF4-FFF2-40B4-BE49-F238E27FC236}">
                <a16:creationId xmlns:a16="http://schemas.microsoft.com/office/drawing/2014/main" id="{C47A5164-B858-1E03-18F4-9A662428B8E6}"/>
              </a:ext>
            </a:extLst>
          </p:cNvPr>
          <p:cNvSpPr>
            <a:spLocks noGrp="1"/>
          </p:cNvSpPr>
          <p:nvPr>
            <p:ph sz="quarter" idx="23"/>
          </p:nvPr>
        </p:nvSpPr>
        <p:spPr>
          <a:xfrm>
            <a:off x="8609542" y="819150"/>
            <a:ext cx="3259138" cy="3130550"/>
          </a:xfrm>
          <a:solidFill>
            <a:schemeClr val="bg1">
              <a:lumMod val="95000"/>
            </a:schemeClr>
          </a:solidFill>
        </p:spPr>
        <p:txBody>
          <a:bodyPr/>
          <a:lstStyle/>
          <a:p>
            <a:pPr lvl="0"/>
            <a:endParaRPr lang="cs-CZ" dirty="0"/>
          </a:p>
        </p:txBody>
      </p:sp>
    </p:spTree>
    <p:extLst>
      <p:ext uri="{BB962C8B-B14F-4D97-AF65-F5344CB8AC3E}">
        <p14:creationId xmlns:p14="http://schemas.microsoft.com/office/powerpoint/2010/main" val="1567469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adpis bok_text_zelený pruh_obraz">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0F212041-2CC2-5D75-A9DD-BD5A1A66D60A}"/>
              </a:ext>
            </a:extLst>
          </p:cNvPr>
          <p:cNvSpPr/>
          <p:nvPr userDrawn="1"/>
        </p:nvSpPr>
        <p:spPr>
          <a:xfrm>
            <a:off x="4273710" y="0"/>
            <a:ext cx="404317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3" name="Zástupný symbol obrázku 4">
            <a:extLst>
              <a:ext uri="{FF2B5EF4-FFF2-40B4-BE49-F238E27FC236}">
                <a16:creationId xmlns:a16="http://schemas.microsoft.com/office/drawing/2014/main" id="{DAF3E188-A5D7-2ECC-4ACF-D2097DBC45FC}"/>
              </a:ext>
            </a:extLst>
          </p:cNvPr>
          <p:cNvSpPr>
            <a:spLocks noGrp="1"/>
          </p:cNvSpPr>
          <p:nvPr>
            <p:ph type="pic" sz="quarter" idx="14"/>
          </p:nvPr>
        </p:nvSpPr>
        <p:spPr>
          <a:xfrm>
            <a:off x="8301646" y="0"/>
            <a:ext cx="3890353" cy="6858000"/>
          </a:xfrm>
          <a:solidFill>
            <a:schemeClr val="accent6"/>
          </a:solidFill>
        </p:spPr>
        <p:txBody>
          <a:bodyPr/>
          <a:lstStyle/>
          <a:p>
            <a:endParaRPr lang="cs-CZ"/>
          </a:p>
        </p:txBody>
      </p:sp>
      <p:sp>
        <p:nvSpPr>
          <p:cNvPr id="2" name="Zástupný text 7">
            <a:extLst>
              <a:ext uri="{FF2B5EF4-FFF2-40B4-BE49-F238E27FC236}">
                <a16:creationId xmlns:a16="http://schemas.microsoft.com/office/drawing/2014/main" id="{CB25E2F6-8B5D-6BE9-9A07-19A40CD2F336}"/>
              </a:ext>
            </a:extLst>
          </p:cNvPr>
          <p:cNvSpPr>
            <a:spLocks noGrp="1"/>
          </p:cNvSpPr>
          <p:nvPr>
            <p:ph type="body" sz="quarter" idx="16" hasCustomPrompt="1"/>
          </p:nvPr>
        </p:nvSpPr>
        <p:spPr>
          <a:xfrm>
            <a:off x="442913" y="815665"/>
            <a:ext cx="3492478" cy="1422370"/>
          </a:xfrm>
        </p:spPr>
        <p:txBody>
          <a:bodyPr lIns="0"/>
          <a:lstStyle>
            <a:lvl1pPr>
              <a:defRPr b="1">
                <a:solidFill>
                  <a:schemeClr val="accent2"/>
                </a:solidFill>
              </a:defRPr>
            </a:lvl1pPr>
          </a:lstStyle>
          <a:p>
            <a:pPr lvl="0"/>
            <a:r>
              <a:rPr lang="cs-CZ" dirty="0"/>
              <a:t>PO KLIKNUTÍ MŮŽETE UPRAVOVAT STYLY TEXTU V PŘEDLOZE.</a:t>
            </a:r>
          </a:p>
        </p:txBody>
      </p:sp>
      <p:sp>
        <p:nvSpPr>
          <p:cNvPr id="10" name="Zástupný text 10">
            <a:extLst>
              <a:ext uri="{FF2B5EF4-FFF2-40B4-BE49-F238E27FC236}">
                <a16:creationId xmlns:a16="http://schemas.microsoft.com/office/drawing/2014/main" id="{B0EAE49D-7DB6-7FFD-0191-AA6D6E95EDF0}"/>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2" name="Zástupný text 10">
            <a:extLst>
              <a:ext uri="{FF2B5EF4-FFF2-40B4-BE49-F238E27FC236}">
                <a16:creationId xmlns:a16="http://schemas.microsoft.com/office/drawing/2014/main" id="{615B8950-678A-56E9-321A-345125C51554}"/>
              </a:ext>
            </a:extLst>
          </p:cNvPr>
          <p:cNvSpPr>
            <a:spLocks noGrp="1"/>
          </p:cNvSpPr>
          <p:nvPr>
            <p:ph type="body" sz="quarter" idx="20"/>
          </p:nvPr>
        </p:nvSpPr>
        <p:spPr>
          <a:xfrm>
            <a:off x="4583786" y="815440"/>
            <a:ext cx="3402466" cy="3840096"/>
          </a:xfrm>
        </p:spPr>
        <p:txBody>
          <a:bodyPr/>
          <a:lstStyle>
            <a:lvl1pPr>
              <a:buClr>
                <a:schemeClr val="bg1"/>
              </a:buClr>
              <a:defRPr sz="2000">
                <a:solidFill>
                  <a:schemeClr val="bg1"/>
                </a:solidFill>
              </a:defRPr>
            </a:lvl1pPr>
            <a:lvl2pPr marL="268288" indent="-261938">
              <a:buClr>
                <a:schemeClr val="bg1"/>
              </a:buClr>
              <a:buSzPct val="100000"/>
              <a:tabLst/>
              <a:defRPr sz="2000">
                <a:solidFill>
                  <a:schemeClr val="bg1"/>
                </a:solidFill>
              </a:defRPr>
            </a:lvl2pPr>
            <a:lvl3pPr marL="268288" indent="268288">
              <a:buClr>
                <a:schemeClr val="bg1"/>
              </a:buClr>
              <a:buSzPct val="100000"/>
              <a:tabLst/>
              <a:defRPr sz="1800">
                <a:solidFill>
                  <a:schemeClr val="bg1"/>
                </a:solidFill>
              </a:defRPr>
            </a:lvl3pPr>
            <a:lvl4pPr marL="804863" indent="-268288">
              <a:buClr>
                <a:schemeClr val="bg1"/>
              </a:buClr>
              <a:buSzPct val="100000"/>
              <a:tabLst/>
              <a:defRPr sz="1600">
                <a:solidFill>
                  <a:schemeClr val="bg1"/>
                </a:solidFill>
              </a:defRPr>
            </a:lvl4pPr>
            <a:lvl5pPr marL="1068388" indent="-263525">
              <a:buClr>
                <a:schemeClr val="bg1"/>
              </a:buClr>
              <a:buSzPct val="100000"/>
              <a:tabLst/>
              <a:defRPr sz="1600">
                <a:solidFill>
                  <a:schemeClr val="bg1"/>
                </a:solidFill>
              </a:defRPr>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zápatí 4">
            <a:extLst>
              <a:ext uri="{FF2B5EF4-FFF2-40B4-BE49-F238E27FC236}">
                <a16:creationId xmlns:a16="http://schemas.microsoft.com/office/drawing/2014/main" id="{145C95A4-322F-83A9-F349-33A6AFB095C2}"/>
              </a:ext>
            </a:extLst>
          </p:cNvPr>
          <p:cNvSpPr>
            <a:spLocks noGrp="1"/>
          </p:cNvSpPr>
          <p:nvPr>
            <p:ph type="ftr" sz="quarter" idx="3"/>
          </p:nvPr>
        </p:nvSpPr>
        <p:spPr>
          <a:xfrm>
            <a:off x="443883" y="6332333"/>
            <a:ext cx="3491508"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42134454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nadpis bok_text_obraz_široký">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tx2"/>
                </a:solidFill>
              </a:defRPr>
            </a:lvl1pPr>
          </a:lstStyle>
          <a:p>
            <a:fld id="{E57EA1BE-92D9-9E4F-B3B9-F1A717F85676}" type="slidenum">
              <a:rPr lang="cs-CZ" smtClean="0"/>
              <a:pPr/>
              <a:t>‹#›</a:t>
            </a:fld>
            <a:endParaRPr lang="cs-CZ"/>
          </a:p>
        </p:txBody>
      </p:sp>
      <p:sp>
        <p:nvSpPr>
          <p:cNvPr id="8" name="Zástupný symbol obrázku 3">
            <a:extLst>
              <a:ext uri="{FF2B5EF4-FFF2-40B4-BE49-F238E27FC236}">
                <a16:creationId xmlns:a16="http://schemas.microsoft.com/office/drawing/2014/main" id="{958455A9-D827-1A79-FACC-F36358F5743E}"/>
              </a:ext>
            </a:extLst>
          </p:cNvPr>
          <p:cNvSpPr>
            <a:spLocks noGrp="1"/>
          </p:cNvSpPr>
          <p:nvPr>
            <p:ph type="pic" sz="quarter" idx="15"/>
          </p:nvPr>
        </p:nvSpPr>
        <p:spPr>
          <a:xfrm>
            <a:off x="4285036" y="0"/>
            <a:ext cx="7906964" cy="6858000"/>
          </a:xfrm>
          <a:solidFill>
            <a:schemeClr val="bg1">
              <a:lumMod val="95000"/>
            </a:schemeClr>
          </a:solidFill>
        </p:spPr>
        <p:txBody>
          <a:bodyPr/>
          <a:lstStyle/>
          <a:p>
            <a:endParaRPr lang="cs-CZ"/>
          </a:p>
        </p:txBody>
      </p:sp>
      <p:sp>
        <p:nvSpPr>
          <p:cNvPr id="2" name="Zástupný symbol pro zápatí 4">
            <a:extLst>
              <a:ext uri="{FF2B5EF4-FFF2-40B4-BE49-F238E27FC236}">
                <a16:creationId xmlns:a16="http://schemas.microsoft.com/office/drawing/2014/main" id="{8B978A5F-4F39-4F63-CD97-A1F133C30318}"/>
              </a:ext>
            </a:extLst>
          </p:cNvPr>
          <p:cNvSpPr>
            <a:spLocks noGrp="1"/>
          </p:cNvSpPr>
          <p:nvPr>
            <p:ph type="ftr" sz="quarter" idx="3"/>
          </p:nvPr>
        </p:nvSpPr>
        <p:spPr>
          <a:xfrm>
            <a:off x="443883" y="6332333"/>
            <a:ext cx="3521661"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3" name="Zástupný text 7">
            <a:extLst>
              <a:ext uri="{FF2B5EF4-FFF2-40B4-BE49-F238E27FC236}">
                <a16:creationId xmlns:a16="http://schemas.microsoft.com/office/drawing/2014/main" id="{B8A3FF84-9E0A-56F2-C675-FD300E613290}"/>
              </a:ext>
            </a:extLst>
          </p:cNvPr>
          <p:cNvSpPr>
            <a:spLocks noGrp="1"/>
          </p:cNvSpPr>
          <p:nvPr>
            <p:ph type="body" sz="quarter" idx="16" hasCustomPrompt="1"/>
          </p:nvPr>
        </p:nvSpPr>
        <p:spPr>
          <a:xfrm>
            <a:off x="442913" y="815665"/>
            <a:ext cx="3492478" cy="1422370"/>
          </a:xfrm>
        </p:spPr>
        <p:txBody>
          <a:bodyPr lIns="0"/>
          <a:lstStyle>
            <a:lvl1pPr>
              <a:defRPr b="1">
                <a:solidFill>
                  <a:schemeClr val="accent2"/>
                </a:solidFill>
              </a:defRPr>
            </a:lvl1pPr>
          </a:lstStyle>
          <a:p>
            <a:pPr lvl="0"/>
            <a:r>
              <a:rPr lang="cs-CZ" dirty="0"/>
              <a:t>PO KLIKNUTÍ MŮŽETE UPRAVOVAT STYLY TEXTU V PŘEDLOZE.</a:t>
            </a:r>
          </a:p>
        </p:txBody>
      </p:sp>
      <p:sp>
        <p:nvSpPr>
          <p:cNvPr id="5" name="Zástupný text 10">
            <a:extLst>
              <a:ext uri="{FF2B5EF4-FFF2-40B4-BE49-F238E27FC236}">
                <a16:creationId xmlns:a16="http://schemas.microsoft.com/office/drawing/2014/main" id="{B5BF0C80-98EF-7CF5-74B4-EF2590DAABCE}"/>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2977546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adpis bok_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cxnSp>
        <p:nvCxnSpPr>
          <p:cNvPr id="10" name="Přímá spojnice 9">
            <a:extLst>
              <a:ext uri="{FF2B5EF4-FFF2-40B4-BE49-F238E27FC236}">
                <a16:creationId xmlns:a16="http://schemas.microsoft.com/office/drawing/2014/main" id="{0B51DCB6-B355-41CC-2506-87436F3C0E4D}"/>
              </a:ext>
            </a:extLst>
          </p:cNvPr>
          <p:cNvCxnSpPr>
            <a:cxnSpLocks/>
          </p:cNvCxnSpPr>
          <p:nvPr userDrawn="1"/>
        </p:nvCxnSpPr>
        <p:spPr>
          <a:xfrm>
            <a:off x="4294576"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Zástupný text 7">
            <a:extLst>
              <a:ext uri="{FF2B5EF4-FFF2-40B4-BE49-F238E27FC236}">
                <a16:creationId xmlns:a16="http://schemas.microsoft.com/office/drawing/2014/main" id="{547F0C8A-F171-84CD-7C89-D2228359444E}"/>
              </a:ext>
            </a:extLst>
          </p:cNvPr>
          <p:cNvSpPr>
            <a:spLocks noGrp="1"/>
          </p:cNvSpPr>
          <p:nvPr>
            <p:ph type="body" sz="quarter" idx="14" hasCustomPrompt="1"/>
          </p:nvPr>
        </p:nvSpPr>
        <p:spPr>
          <a:xfrm>
            <a:off x="442912" y="818652"/>
            <a:ext cx="3491935" cy="1608144"/>
          </a:xfrm>
        </p:spPr>
        <p:txBody>
          <a:bodyPr lIns="0"/>
          <a:lstStyle>
            <a:lvl1pPr>
              <a:defRPr b="1">
                <a:solidFill>
                  <a:schemeClr val="accent2"/>
                </a:solidFill>
              </a:defRPr>
            </a:lvl1pPr>
          </a:lstStyle>
          <a:p>
            <a:pPr lvl="0"/>
            <a:r>
              <a:rPr lang="cs-CZ" dirty="0"/>
              <a:t>PO KLIKNUTÍ MŮŽETE UPRAVOVAT STYLY TEXTU V PŘEDLOZE.</a:t>
            </a:r>
          </a:p>
        </p:txBody>
      </p:sp>
      <p:sp>
        <p:nvSpPr>
          <p:cNvPr id="9" name="Zástupný text 10">
            <a:extLst>
              <a:ext uri="{FF2B5EF4-FFF2-40B4-BE49-F238E27FC236}">
                <a16:creationId xmlns:a16="http://schemas.microsoft.com/office/drawing/2014/main" id="{6C3BBE51-5E31-90D7-033B-1969B379E72B}"/>
              </a:ext>
            </a:extLst>
          </p:cNvPr>
          <p:cNvSpPr>
            <a:spLocks noGrp="1"/>
          </p:cNvSpPr>
          <p:nvPr>
            <p:ph type="body" sz="quarter" idx="17"/>
          </p:nvPr>
        </p:nvSpPr>
        <p:spPr>
          <a:xfrm>
            <a:off x="4655808" y="818652"/>
            <a:ext cx="7216693"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2" name="Zástupný symbol pro zápatí 4">
            <a:extLst>
              <a:ext uri="{FF2B5EF4-FFF2-40B4-BE49-F238E27FC236}">
                <a16:creationId xmlns:a16="http://schemas.microsoft.com/office/drawing/2014/main" id="{0756825F-4DCC-ED6C-E830-7A656E8EA601}"/>
              </a:ext>
            </a:extLst>
          </p:cNvPr>
          <p:cNvSpPr>
            <a:spLocks noGrp="1"/>
          </p:cNvSpPr>
          <p:nvPr>
            <p:ph type="ftr" sz="quarter" idx="3"/>
          </p:nvPr>
        </p:nvSpPr>
        <p:spPr>
          <a:xfrm>
            <a:off x="443883" y="6332333"/>
            <a:ext cx="3490964"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0795532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adpis bok_text_multimédi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5" name="Zástupný objekt multimédií 2">
            <a:extLst>
              <a:ext uri="{FF2B5EF4-FFF2-40B4-BE49-F238E27FC236}">
                <a16:creationId xmlns:a16="http://schemas.microsoft.com/office/drawing/2014/main" id="{8547DCC9-ED77-0D3C-0271-07E22BC44C96}"/>
              </a:ext>
            </a:extLst>
          </p:cNvPr>
          <p:cNvSpPr>
            <a:spLocks noGrp="1"/>
          </p:cNvSpPr>
          <p:nvPr>
            <p:ph type="media" sz="quarter" idx="17"/>
          </p:nvPr>
        </p:nvSpPr>
        <p:spPr>
          <a:xfrm>
            <a:off x="4320988" y="908050"/>
            <a:ext cx="7871012" cy="5421645"/>
          </a:xfrm>
          <a:solidFill>
            <a:schemeClr val="bg1">
              <a:lumMod val="95000"/>
            </a:schemeClr>
          </a:solidFill>
        </p:spPr>
        <p:txBody>
          <a:bodyPr/>
          <a:lstStyle/>
          <a:p>
            <a:endParaRPr lang="cs-CZ"/>
          </a:p>
        </p:txBody>
      </p:sp>
      <p:sp>
        <p:nvSpPr>
          <p:cNvPr id="4" name="Zástupný symbol pro zápatí 4">
            <a:extLst>
              <a:ext uri="{FF2B5EF4-FFF2-40B4-BE49-F238E27FC236}">
                <a16:creationId xmlns:a16="http://schemas.microsoft.com/office/drawing/2014/main" id="{E89E0281-6D75-2AA7-A74F-A4B0305CE7B0}"/>
              </a:ext>
            </a:extLst>
          </p:cNvPr>
          <p:cNvSpPr>
            <a:spLocks noGrp="1"/>
          </p:cNvSpPr>
          <p:nvPr>
            <p:ph type="ftr" sz="quarter" idx="3"/>
          </p:nvPr>
        </p:nvSpPr>
        <p:spPr>
          <a:xfrm>
            <a:off x="443883" y="6332333"/>
            <a:ext cx="34915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2" name="Zástupný text 7">
            <a:extLst>
              <a:ext uri="{FF2B5EF4-FFF2-40B4-BE49-F238E27FC236}">
                <a16:creationId xmlns:a16="http://schemas.microsoft.com/office/drawing/2014/main" id="{47D1F226-9054-6638-BC26-993FAD87D052}"/>
              </a:ext>
            </a:extLst>
          </p:cNvPr>
          <p:cNvSpPr>
            <a:spLocks noGrp="1"/>
          </p:cNvSpPr>
          <p:nvPr>
            <p:ph type="body" sz="quarter" idx="16" hasCustomPrompt="1"/>
          </p:nvPr>
        </p:nvSpPr>
        <p:spPr>
          <a:xfrm>
            <a:off x="442913" y="815665"/>
            <a:ext cx="3492478" cy="1422370"/>
          </a:xfrm>
        </p:spPr>
        <p:txBody>
          <a:bodyPr lIns="0"/>
          <a:lstStyle>
            <a:lvl1pPr>
              <a:defRPr b="1">
                <a:solidFill>
                  <a:schemeClr val="accent2"/>
                </a:solidFill>
              </a:defRPr>
            </a:lvl1pPr>
          </a:lstStyle>
          <a:p>
            <a:pPr lvl="0"/>
            <a:r>
              <a:rPr lang="cs-CZ" dirty="0"/>
              <a:t>PO KLIKNUTÍ MŮŽETE UPRAVOVAT STYLY TEXTU V PŘEDLOZE.</a:t>
            </a:r>
          </a:p>
        </p:txBody>
      </p:sp>
      <p:sp>
        <p:nvSpPr>
          <p:cNvPr id="8" name="Zástupný text 10">
            <a:extLst>
              <a:ext uri="{FF2B5EF4-FFF2-40B4-BE49-F238E27FC236}">
                <a16:creationId xmlns:a16="http://schemas.microsoft.com/office/drawing/2014/main" id="{699B25C5-C601-84A1-8477-7126BC7942D6}"/>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3926994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nadpis bok_text_objek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4" name="Zástupný symbol pro zápatí 4">
            <a:extLst>
              <a:ext uri="{FF2B5EF4-FFF2-40B4-BE49-F238E27FC236}">
                <a16:creationId xmlns:a16="http://schemas.microsoft.com/office/drawing/2014/main" id="{9C95FAEA-3439-B70A-F343-E2D569688B8B}"/>
              </a:ext>
            </a:extLst>
          </p:cNvPr>
          <p:cNvSpPr>
            <a:spLocks noGrp="1"/>
          </p:cNvSpPr>
          <p:nvPr>
            <p:ph type="ftr" sz="quarter" idx="3"/>
          </p:nvPr>
        </p:nvSpPr>
        <p:spPr>
          <a:xfrm>
            <a:off x="443883" y="6332333"/>
            <a:ext cx="3491529"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9" name="Zástupný obsah 6">
            <a:extLst>
              <a:ext uri="{FF2B5EF4-FFF2-40B4-BE49-F238E27FC236}">
                <a16:creationId xmlns:a16="http://schemas.microsoft.com/office/drawing/2014/main" id="{19D205A0-31A7-F23A-0377-27E13F50F9F1}"/>
              </a:ext>
            </a:extLst>
          </p:cNvPr>
          <p:cNvSpPr>
            <a:spLocks noGrp="1"/>
          </p:cNvSpPr>
          <p:nvPr>
            <p:ph sz="quarter" idx="20"/>
          </p:nvPr>
        </p:nvSpPr>
        <p:spPr>
          <a:xfrm>
            <a:off x="4321175" y="908050"/>
            <a:ext cx="7870825" cy="5421645"/>
          </a:xfrm>
          <a:solidFill>
            <a:schemeClr val="bg1">
              <a:lumMod val="95000"/>
            </a:schemeClr>
          </a:solidFill>
        </p:spPr>
        <p:txBody>
          <a:bodyPr/>
          <a:lstStyle/>
          <a:p>
            <a:pPr lvl="0"/>
            <a:endParaRPr lang="cs-CZ" dirty="0"/>
          </a:p>
        </p:txBody>
      </p:sp>
      <p:sp>
        <p:nvSpPr>
          <p:cNvPr id="2" name="Zástupný text 7">
            <a:extLst>
              <a:ext uri="{FF2B5EF4-FFF2-40B4-BE49-F238E27FC236}">
                <a16:creationId xmlns:a16="http://schemas.microsoft.com/office/drawing/2014/main" id="{4AD6938B-E6C5-FD12-7509-A68F779F603B}"/>
              </a:ext>
            </a:extLst>
          </p:cNvPr>
          <p:cNvSpPr>
            <a:spLocks noGrp="1"/>
          </p:cNvSpPr>
          <p:nvPr>
            <p:ph type="body" sz="quarter" idx="16" hasCustomPrompt="1"/>
          </p:nvPr>
        </p:nvSpPr>
        <p:spPr>
          <a:xfrm>
            <a:off x="442913" y="815665"/>
            <a:ext cx="3492478" cy="1422370"/>
          </a:xfrm>
        </p:spPr>
        <p:txBody>
          <a:bodyPr lIns="0"/>
          <a:lstStyle>
            <a:lvl1pPr>
              <a:defRPr b="1">
                <a:solidFill>
                  <a:schemeClr val="accent2"/>
                </a:solidFill>
              </a:defRPr>
            </a:lvl1pPr>
          </a:lstStyle>
          <a:p>
            <a:pPr lvl="0"/>
            <a:r>
              <a:rPr lang="cs-CZ" dirty="0"/>
              <a:t>PO KLIKNUTÍ MŮŽETE UPRAVOVAT STYLY TEXTU V PŘEDLOZE.</a:t>
            </a:r>
          </a:p>
        </p:txBody>
      </p:sp>
      <p:sp>
        <p:nvSpPr>
          <p:cNvPr id="7" name="Zástupný text 10">
            <a:extLst>
              <a:ext uri="{FF2B5EF4-FFF2-40B4-BE49-F238E27FC236}">
                <a16:creationId xmlns:a16="http://schemas.microsoft.com/office/drawing/2014/main" id="{015330A6-43F2-F288-26DC-7D8803EDEADC}"/>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203722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adpis bok_2x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a:xfrm>
            <a:off x="11528917" y="6329695"/>
            <a:ext cx="401782" cy="302225"/>
          </a:xfrm>
        </p:spPr>
        <p:txBody>
          <a:bodyPr/>
          <a:lstStyle/>
          <a:p>
            <a:fld id="{E57EA1BE-92D9-9E4F-B3B9-F1A717F85676}" type="slidenum">
              <a:rPr lang="cs-CZ" smtClean="0"/>
              <a:t>‹#›</a:t>
            </a:fld>
            <a:endParaRPr lang="cs-CZ"/>
          </a:p>
        </p:txBody>
      </p:sp>
      <p:cxnSp>
        <p:nvCxnSpPr>
          <p:cNvPr id="10" name="Přímá spojnice 9">
            <a:extLst>
              <a:ext uri="{FF2B5EF4-FFF2-40B4-BE49-F238E27FC236}">
                <a16:creationId xmlns:a16="http://schemas.microsoft.com/office/drawing/2014/main" id="{0B51DCB6-B355-41CC-2506-87436F3C0E4D}"/>
              </a:ext>
            </a:extLst>
          </p:cNvPr>
          <p:cNvCxnSpPr>
            <a:cxnSpLocks/>
          </p:cNvCxnSpPr>
          <p:nvPr userDrawn="1"/>
        </p:nvCxnSpPr>
        <p:spPr>
          <a:xfrm>
            <a:off x="4294293"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Zástupný text 7">
            <a:extLst>
              <a:ext uri="{FF2B5EF4-FFF2-40B4-BE49-F238E27FC236}">
                <a16:creationId xmlns:a16="http://schemas.microsoft.com/office/drawing/2014/main" id="{69BC6F8B-FFB2-B70C-BFBA-90A75D96557F}"/>
              </a:ext>
            </a:extLst>
          </p:cNvPr>
          <p:cNvSpPr>
            <a:spLocks noGrp="1"/>
          </p:cNvSpPr>
          <p:nvPr>
            <p:ph type="body" sz="quarter" idx="14" hasCustomPrompt="1"/>
          </p:nvPr>
        </p:nvSpPr>
        <p:spPr>
          <a:xfrm>
            <a:off x="442912" y="818652"/>
            <a:ext cx="3488481" cy="1573422"/>
          </a:xfrm>
        </p:spPr>
        <p:txBody>
          <a:bodyPr lIns="0"/>
          <a:lstStyle>
            <a:lvl1pPr>
              <a:defRPr b="1">
                <a:solidFill>
                  <a:schemeClr val="accent2"/>
                </a:solidFill>
              </a:defRPr>
            </a:lvl1pPr>
          </a:lstStyle>
          <a:p>
            <a:pPr lvl="0"/>
            <a:r>
              <a:rPr lang="cs-CZ" dirty="0"/>
              <a:t>PO KLIKNUTÍ MŮŽETE UPRAVOVAT STYLY TEXTU V PŘEDLOZE.</a:t>
            </a:r>
          </a:p>
        </p:txBody>
      </p:sp>
      <p:cxnSp>
        <p:nvCxnSpPr>
          <p:cNvPr id="3" name="Přímá spojnice 2">
            <a:extLst>
              <a:ext uri="{FF2B5EF4-FFF2-40B4-BE49-F238E27FC236}">
                <a16:creationId xmlns:a16="http://schemas.microsoft.com/office/drawing/2014/main" id="{1A955A5D-839C-2BD1-018D-59C1CDEA66E2}"/>
              </a:ext>
            </a:extLst>
          </p:cNvPr>
          <p:cNvCxnSpPr>
            <a:cxnSpLocks/>
          </p:cNvCxnSpPr>
          <p:nvPr userDrawn="1"/>
        </p:nvCxnSpPr>
        <p:spPr>
          <a:xfrm>
            <a:off x="8263620"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Zástupný text 10">
            <a:extLst>
              <a:ext uri="{FF2B5EF4-FFF2-40B4-BE49-F238E27FC236}">
                <a16:creationId xmlns:a16="http://schemas.microsoft.com/office/drawing/2014/main" id="{9835A2DD-E381-CBC2-2AA5-FBFE13DB588D}"/>
              </a:ext>
            </a:extLst>
          </p:cNvPr>
          <p:cNvSpPr>
            <a:spLocks noGrp="1"/>
          </p:cNvSpPr>
          <p:nvPr>
            <p:ph type="body" sz="quarter" idx="18"/>
          </p:nvPr>
        </p:nvSpPr>
        <p:spPr>
          <a:xfrm>
            <a:off x="4565958" y="818652"/>
            <a:ext cx="3425996"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4" name="Zástupný text 10">
            <a:extLst>
              <a:ext uri="{FF2B5EF4-FFF2-40B4-BE49-F238E27FC236}">
                <a16:creationId xmlns:a16="http://schemas.microsoft.com/office/drawing/2014/main" id="{59C6C793-4B45-F487-4D00-D67B486C40D1}"/>
              </a:ext>
            </a:extLst>
          </p:cNvPr>
          <p:cNvSpPr>
            <a:spLocks noGrp="1"/>
          </p:cNvSpPr>
          <p:nvPr>
            <p:ph type="body" sz="quarter" idx="19"/>
          </p:nvPr>
        </p:nvSpPr>
        <p:spPr>
          <a:xfrm>
            <a:off x="8535285" y="818652"/>
            <a:ext cx="3288740" cy="5477371"/>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2" name="Zástupný symbol pro zápatí 4">
            <a:extLst>
              <a:ext uri="{FF2B5EF4-FFF2-40B4-BE49-F238E27FC236}">
                <a16:creationId xmlns:a16="http://schemas.microsoft.com/office/drawing/2014/main" id="{5B8F9B71-2E0C-B734-26DB-62C6F6502C7A}"/>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8200515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adpis bok_2x obraz">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a:xfrm>
            <a:off x="11528916" y="6329695"/>
            <a:ext cx="417863" cy="302225"/>
          </a:xfrm>
        </p:spPr>
        <p:txBody>
          <a:bodyPr/>
          <a:lstStyle/>
          <a:p>
            <a:fld id="{E57EA1BE-92D9-9E4F-B3B9-F1A717F85676}" type="slidenum">
              <a:rPr lang="cs-CZ" smtClean="0"/>
              <a:t>‹#›</a:t>
            </a:fld>
            <a:endParaRPr lang="cs-CZ"/>
          </a:p>
        </p:txBody>
      </p:sp>
      <p:cxnSp>
        <p:nvCxnSpPr>
          <p:cNvPr id="10" name="Přímá spojnice 9">
            <a:extLst>
              <a:ext uri="{FF2B5EF4-FFF2-40B4-BE49-F238E27FC236}">
                <a16:creationId xmlns:a16="http://schemas.microsoft.com/office/drawing/2014/main" id="{0B51DCB6-B355-41CC-2506-87436F3C0E4D}"/>
              </a:ext>
            </a:extLst>
          </p:cNvPr>
          <p:cNvCxnSpPr>
            <a:cxnSpLocks/>
          </p:cNvCxnSpPr>
          <p:nvPr userDrawn="1"/>
        </p:nvCxnSpPr>
        <p:spPr>
          <a:xfrm>
            <a:off x="4294293"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Zástupný text 7">
            <a:extLst>
              <a:ext uri="{FF2B5EF4-FFF2-40B4-BE49-F238E27FC236}">
                <a16:creationId xmlns:a16="http://schemas.microsoft.com/office/drawing/2014/main" id="{69BC6F8B-FFB2-B70C-BFBA-90A75D96557F}"/>
              </a:ext>
            </a:extLst>
          </p:cNvPr>
          <p:cNvSpPr>
            <a:spLocks noGrp="1"/>
          </p:cNvSpPr>
          <p:nvPr>
            <p:ph type="body" sz="quarter" idx="14" hasCustomPrompt="1"/>
          </p:nvPr>
        </p:nvSpPr>
        <p:spPr>
          <a:xfrm>
            <a:off x="442912" y="818652"/>
            <a:ext cx="3488481" cy="1573422"/>
          </a:xfrm>
        </p:spPr>
        <p:txBody>
          <a:bodyPr lIns="0"/>
          <a:lstStyle>
            <a:lvl1pPr>
              <a:defRPr b="1">
                <a:solidFill>
                  <a:schemeClr val="accent2"/>
                </a:solidFill>
              </a:defRPr>
            </a:lvl1pPr>
          </a:lstStyle>
          <a:p>
            <a:pPr lvl="0"/>
            <a:r>
              <a:rPr lang="cs-CZ" dirty="0"/>
              <a:t>PO KLIKNUTÍ MŮŽETE UPRAVOVAT STYLY TEXTU V PŘEDLOZE.</a:t>
            </a:r>
          </a:p>
        </p:txBody>
      </p:sp>
      <p:cxnSp>
        <p:nvCxnSpPr>
          <p:cNvPr id="3" name="Přímá spojnice 2">
            <a:extLst>
              <a:ext uri="{FF2B5EF4-FFF2-40B4-BE49-F238E27FC236}">
                <a16:creationId xmlns:a16="http://schemas.microsoft.com/office/drawing/2014/main" id="{1A955A5D-839C-2BD1-018D-59C1CDEA66E2}"/>
              </a:ext>
            </a:extLst>
          </p:cNvPr>
          <p:cNvCxnSpPr>
            <a:cxnSpLocks/>
          </p:cNvCxnSpPr>
          <p:nvPr userDrawn="1"/>
        </p:nvCxnSpPr>
        <p:spPr>
          <a:xfrm>
            <a:off x="8263620"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Zástupný symbol pro zápatí 4">
            <a:extLst>
              <a:ext uri="{FF2B5EF4-FFF2-40B4-BE49-F238E27FC236}">
                <a16:creationId xmlns:a16="http://schemas.microsoft.com/office/drawing/2014/main" id="{B6DEECDF-585F-7C97-A6EF-C2876E6196EB}"/>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7" name="Zástupný obsah 4">
            <a:extLst>
              <a:ext uri="{FF2B5EF4-FFF2-40B4-BE49-F238E27FC236}">
                <a16:creationId xmlns:a16="http://schemas.microsoft.com/office/drawing/2014/main" id="{EFFF1F33-CB56-5138-0896-D969301F5DC5}"/>
              </a:ext>
            </a:extLst>
          </p:cNvPr>
          <p:cNvSpPr>
            <a:spLocks noGrp="1"/>
          </p:cNvSpPr>
          <p:nvPr>
            <p:ph sz="quarter" idx="20"/>
          </p:nvPr>
        </p:nvSpPr>
        <p:spPr>
          <a:xfrm>
            <a:off x="4638675" y="819150"/>
            <a:ext cx="3259138" cy="5476875"/>
          </a:xfrm>
          <a:solidFill>
            <a:schemeClr val="bg1">
              <a:lumMod val="95000"/>
            </a:schemeClr>
          </a:solidFill>
        </p:spPr>
        <p:txBody>
          <a:bodyPr/>
          <a:lstStyle/>
          <a:p>
            <a:pPr lvl="0"/>
            <a:endParaRPr lang="cs-CZ" dirty="0"/>
          </a:p>
        </p:txBody>
      </p:sp>
      <p:sp>
        <p:nvSpPr>
          <p:cNvPr id="11" name="Zástupný obsah 4">
            <a:extLst>
              <a:ext uri="{FF2B5EF4-FFF2-40B4-BE49-F238E27FC236}">
                <a16:creationId xmlns:a16="http://schemas.microsoft.com/office/drawing/2014/main" id="{E2CB0245-CD9C-91A1-9A0B-C76AE8C7E1FD}"/>
              </a:ext>
            </a:extLst>
          </p:cNvPr>
          <p:cNvSpPr>
            <a:spLocks noGrp="1"/>
          </p:cNvSpPr>
          <p:nvPr>
            <p:ph sz="quarter" idx="21"/>
          </p:nvPr>
        </p:nvSpPr>
        <p:spPr>
          <a:xfrm>
            <a:off x="8615590" y="819150"/>
            <a:ext cx="3259138" cy="5476875"/>
          </a:xfrm>
          <a:solidFill>
            <a:schemeClr val="bg1">
              <a:lumMod val="95000"/>
            </a:schemeClr>
          </a:solidFill>
        </p:spPr>
        <p:txBody>
          <a:bodyPr/>
          <a:lstStyle/>
          <a:p>
            <a:pPr lvl="0"/>
            <a:endParaRPr lang="cs-CZ" dirty="0"/>
          </a:p>
        </p:txBody>
      </p:sp>
      <p:sp>
        <p:nvSpPr>
          <p:cNvPr id="4" name="Zástupný text 10">
            <a:extLst>
              <a:ext uri="{FF2B5EF4-FFF2-40B4-BE49-F238E27FC236}">
                <a16:creationId xmlns:a16="http://schemas.microsoft.com/office/drawing/2014/main" id="{A9EC855D-2A21-5CDC-6C8E-69622A2B5AB0}"/>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14834044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adpis bok_2x obraz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a:xfrm>
            <a:off x="11528917" y="6329695"/>
            <a:ext cx="401782" cy="302225"/>
          </a:xfrm>
        </p:spPr>
        <p:txBody>
          <a:bodyPr/>
          <a:lstStyle/>
          <a:p>
            <a:fld id="{E57EA1BE-92D9-9E4F-B3B9-F1A717F85676}" type="slidenum">
              <a:rPr lang="cs-CZ" smtClean="0"/>
              <a:t>‹#›</a:t>
            </a:fld>
            <a:endParaRPr lang="cs-CZ"/>
          </a:p>
        </p:txBody>
      </p:sp>
      <p:cxnSp>
        <p:nvCxnSpPr>
          <p:cNvPr id="10" name="Přímá spojnice 9">
            <a:extLst>
              <a:ext uri="{FF2B5EF4-FFF2-40B4-BE49-F238E27FC236}">
                <a16:creationId xmlns:a16="http://schemas.microsoft.com/office/drawing/2014/main" id="{0B51DCB6-B355-41CC-2506-87436F3C0E4D}"/>
              </a:ext>
            </a:extLst>
          </p:cNvPr>
          <p:cNvCxnSpPr>
            <a:cxnSpLocks/>
          </p:cNvCxnSpPr>
          <p:nvPr userDrawn="1"/>
        </p:nvCxnSpPr>
        <p:spPr>
          <a:xfrm>
            <a:off x="4294293"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Zástupný text 7">
            <a:extLst>
              <a:ext uri="{FF2B5EF4-FFF2-40B4-BE49-F238E27FC236}">
                <a16:creationId xmlns:a16="http://schemas.microsoft.com/office/drawing/2014/main" id="{69BC6F8B-FFB2-B70C-BFBA-90A75D96557F}"/>
              </a:ext>
            </a:extLst>
          </p:cNvPr>
          <p:cNvSpPr>
            <a:spLocks noGrp="1"/>
          </p:cNvSpPr>
          <p:nvPr>
            <p:ph type="body" sz="quarter" idx="14" hasCustomPrompt="1"/>
          </p:nvPr>
        </p:nvSpPr>
        <p:spPr>
          <a:xfrm>
            <a:off x="442912" y="818652"/>
            <a:ext cx="3488481" cy="1573422"/>
          </a:xfrm>
        </p:spPr>
        <p:txBody>
          <a:bodyPr lIns="0"/>
          <a:lstStyle>
            <a:lvl1pPr>
              <a:defRPr b="1">
                <a:solidFill>
                  <a:schemeClr val="accent2"/>
                </a:solidFill>
              </a:defRPr>
            </a:lvl1pPr>
          </a:lstStyle>
          <a:p>
            <a:pPr lvl="0"/>
            <a:r>
              <a:rPr lang="cs-CZ" dirty="0"/>
              <a:t>PO KLIKNUTÍ MŮŽETE UPRAVOVAT STYLY TEXTU V PŘEDLOZE.</a:t>
            </a:r>
          </a:p>
        </p:txBody>
      </p:sp>
      <p:cxnSp>
        <p:nvCxnSpPr>
          <p:cNvPr id="3" name="Přímá spojnice 2">
            <a:extLst>
              <a:ext uri="{FF2B5EF4-FFF2-40B4-BE49-F238E27FC236}">
                <a16:creationId xmlns:a16="http://schemas.microsoft.com/office/drawing/2014/main" id="{1A955A5D-839C-2BD1-018D-59C1CDEA66E2}"/>
              </a:ext>
            </a:extLst>
          </p:cNvPr>
          <p:cNvCxnSpPr>
            <a:cxnSpLocks/>
          </p:cNvCxnSpPr>
          <p:nvPr userDrawn="1"/>
        </p:nvCxnSpPr>
        <p:spPr>
          <a:xfrm>
            <a:off x="8263620"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Zástupný text 3">
            <a:extLst>
              <a:ext uri="{FF2B5EF4-FFF2-40B4-BE49-F238E27FC236}">
                <a16:creationId xmlns:a16="http://schemas.microsoft.com/office/drawing/2014/main" id="{D66F6F8E-CF05-4118-5FA5-50417CFF8794}"/>
              </a:ext>
            </a:extLst>
          </p:cNvPr>
          <p:cNvSpPr>
            <a:spLocks noGrp="1"/>
          </p:cNvSpPr>
          <p:nvPr>
            <p:ph type="body" sz="quarter" idx="20"/>
          </p:nvPr>
        </p:nvSpPr>
        <p:spPr>
          <a:xfrm>
            <a:off x="4638675" y="4148408"/>
            <a:ext cx="3259138" cy="2147615"/>
          </a:xfrm>
        </p:spPr>
        <p:txBody>
          <a:bodyPr>
            <a:normAutofit/>
          </a:bodyPr>
          <a:lstStyle>
            <a:lvl1pPr>
              <a:defRPr sz="2000"/>
            </a:lvl1pPr>
          </a:lstStyle>
          <a:p>
            <a:pPr lvl="0"/>
            <a:r>
              <a:rPr lang="cs-CZ" dirty="0"/>
              <a:t>Po kliknutí můžete upravovat styly textu v předloze.</a:t>
            </a:r>
          </a:p>
        </p:txBody>
      </p:sp>
      <p:sp>
        <p:nvSpPr>
          <p:cNvPr id="5" name="Zástupný text 3">
            <a:extLst>
              <a:ext uri="{FF2B5EF4-FFF2-40B4-BE49-F238E27FC236}">
                <a16:creationId xmlns:a16="http://schemas.microsoft.com/office/drawing/2014/main" id="{5F8FDF0D-CC4F-F73E-1EB1-04B97B85FBD7}"/>
              </a:ext>
            </a:extLst>
          </p:cNvPr>
          <p:cNvSpPr>
            <a:spLocks noGrp="1"/>
          </p:cNvSpPr>
          <p:nvPr>
            <p:ph type="body" sz="quarter" idx="21"/>
          </p:nvPr>
        </p:nvSpPr>
        <p:spPr>
          <a:xfrm>
            <a:off x="8607360" y="4148409"/>
            <a:ext cx="3259138" cy="2147613"/>
          </a:xfrm>
        </p:spPr>
        <p:txBody>
          <a:bodyPr>
            <a:normAutofit/>
          </a:bodyPr>
          <a:lstStyle>
            <a:lvl1pPr>
              <a:defRPr sz="2000"/>
            </a:lvl1pPr>
          </a:lstStyle>
          <a:p>
            <a:pPr lvl="0"/>
            <a:r>
              <a:rPr lang="cs-CZ" dirty="0"/>
              <a:t>Po kliknutí můžete upravovat styly textu v předloze.</a:t>
            </a:r>
          </a:p>
        </p:txBody>
      </p:sp>
      <p:sp>
        <p:nvSpPr>
          <p:cNvPr id="2" name="Zástupný symbol pro zápatí 4">
            <a:extLst>
              <a:ext uri="{FF2B5EF4-FFF2-40B4-BE49-F238E27FC236}">
                <a16:creationId xmlns:a16="http://schemas.microsoft.com/office/drawing/2014/main" id="{D7540443-23A9-4954-17BB-03316F019FB1}"/>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7" name="Zástupný obsah 4">
            <a:extLst>
              <a:ext uri="{FF2B5EF4-FFF2-40B4-BE49-F238E27FC236}">
                <a16:creationId xmlns:a16="http://schemas.microsoft.com/office/drawing/2014/main" id="{BD9BA207-DAA7-E597-4028-51DE3C3263F5}"/>
              </a:ext>
            </a:extLst>
          </p:cNvPr>
          <p:cNvSpPr>
            <a:spLocks noGrp="1"/>
          </p:cNvSpPr>
          <p:nvPr>
            <p:ph sz="quarter" idx="22"/>
          </p:nvPr>
        </p:nvSpPr>
        <p:spPr>
          <a:xfrm>
            <a:off x="4638675" y="819151"/>
            <a:ext cx="3259138" cy="2969897"/>
          </a:xfrm>
          <a:solidFill>
            <a:schemeClr val="bg1">
              <a:lumMod val="95000"/>
            </a:schemeClr>
          </a:solidFill>
        </p:spPr>
        <p:txBody>
          <a:bodyPr/>
          <a:lstStyle/>
          <a:p>
            <a:pPr lvl="0"/>
            <a:endParaRPr lang="cs-CZ" dirty="0"/>
          </a:p>
        </p:txBody>
      </p:sp>
      <p:sp>
        <p:nvSpPr>
          <p:cNvPr id="8" name="Zástupný obsah 4">
            <a:extLst>
              <a:ext uri="{FF2B5EF4-FFF2-40B4-BE49-F238E27FC236}">
                <a16:creationId xmlns:a16="http://schemas.microsoft.com/office/drawing/2014/main" id="{EB84EE35-D19A-8796-E12B-406A04A97B20}"/>
              </a:ext>
            </a:extLst>
          </p:cNvPr>
          <p:cNvSpPr>
            <a:spLocks noGrp="1"/>
          </p:cNvSpPr>
          <p:nvPr>
            <p:ph sz="quarter" idx="23"/>
          </p:nvPr>
        </p:nvSpPr>
        <p:spPr>
          <a:xfrm>
            <a:off x="8615590" y="819151"/>
            <a:ext cx="3259138" cy="2969898"/>
          </a:xfrm>
          <a:solidFill>
            <a:schemeClr val="bg1">
              <a:lumMod val="95000"/>
            </a:schemeClr>
          </a:solidFill>
        </p:spPr>
        <p:txBody>
          <a:bodyPr/>
          <a:lstStyle/>
          <a:p>
            <a:pPr lvl="0"/>
            <a:endParaRPr lang="cs-CZ" dirty="0"/>
          </a:p>
        </p:txBody>
      </p:sp>
      <p:sp>
        <p:nvSpPr>
          <p:cNvPr id="9" name="Zástupný text 10">
            <a:extLst>
              <a:ext uri="{FF2B5EF4-FFF2-40B4-BE49-F238E27FC236}">
                <a16:creationId xmlns:a16="http://schemas.microsoft.com/office/drawing/2014/main" id="{6FD75726-69FF-334F-A847-221380A1396F}"/>
              </a:ext>
            </a:extLst>
          </p:cNvPr>
          <p:cNvSpPr>
            <a:spLocks noGrp="1"/>
          </p:cNvSpPr>
          <p:nvPr>
            <p:ph type="body" sz="quarter" idx="19"/>
          </p:nvPr>
        </p:nvSpPr>
        <p:spPr>
          <a:xfrm>
            <a:off x="442913" y="2489599"/>
            <a:ext cx="3492478" cy="3840096"/>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Tree>
    <p:extLst>
      <p:ext uri="{BB962C8B-B14F-4D97-AF65-F5344CB8AC3E}">
        <p14:creationId xmlns:p14="http://schemas.microsoft.com/office/powerpoint/2010/main" val="32667085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adpis_text_telený pruh_ikona">
    <p:spTree>
      <p:nvGrpSpPr>
        <p:cNvPr id="1" name=""/>
        <p:cNvGrpSpPr/>
        <p:nvPr/>
      </p:nvGrpSpPr>
      <p:grpSpPr>
        <a:xfrm>
          <a:off x="0" y="0"/>
          <a:ext cx="0" cy="0"/>
          <a:chOff x="0" y="0"/>
          <a:chExt cx="0" cy="0"/>
        </a:xfrm>
      </p:grpSpPr>
      <p:sp>
        <p:nvSpPr>
          <p:cNvPr id="11" name="Obdélník 10">
            <a:extLst>
              <a:ext uri="{FF2B5EF4-FFF2-40B4-BE49-F238E27FC236}">
                <a16:creationId xmlns:a16="http://schemas.microsoft.com/office/drawing/2014/main" id="{05E9331A-C5AA-BD40-EA91-13CAAF9E9CE5}"/>
              </a:ext>
            </a:extLst>
          </p:cNvPr>
          <p:cNvSpPr/>
          <p:nvPr userDrawn="1"/>
        </p:nvSpPr>
        <p:spPr>
          <a:xfrm>
            <a:off x="9686925" y="0"/>
            <a:ext cx="25050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21" name="Zástupný obsah 20">
            <a:extLst>
              <a:ext uri="{FF2B5EF4-FFF2-40B4-BE49-F238E27FC236}">
                <a16:creationId xmlns:a16="http://schemas.microsoft.com/office/drawing/2014/main" id="{03683A5A-8E41-2569-9821-DA5756170EF0}"/>
              </a:ext>
            </a:extLst>
          </p:cNvPr>
          <p:cNvSpPr>
            <a:spLocks noGrp="1"/>
          </p:cNvSpPr>
          <p:nvPr>
            <p:ph sz="quarter" idx="15"/>
          </p:nvPr>
        </p:nvSpPr>
        <p:spPr>
          <a:xfrm>
            <a:off x="10123487" y="2566987"/>
            <a:ext cx="1716088" cy="1724025"/>
          </a:xfrm>
        </p:spPr>
        <p:txBody>
          <a:bodyPr/>
          <a:lstStyle>
            <a:lvl1pPr>
              <a:defRPr>
                <a:solidFill>
                  <a:schemeClr val="accent2"/>
                </a:solidFill>
              </a:defRPr>
            </a:lvl1pPr>
          </a:lstStyle>
          <a:p>
            <a:pPr lvl="0"/>
            <a:endParaRPr lang="cs-CZ" dirty="0"/>
          </a:p>
        </p:txBody>
      </p:sp>
      <p:sp>
        <p:nvSpPr>
          <p:cNvPr id="8" name="Title 1">
            <a:extLst>
              <a:ext uri="{FF2B5EF4-FFF2-40B4-BE49-F238E27FC236}">
                <a16:creationId xmlns:a16="http://schemas.microsoft.com/office/drawing/2014/main" id="{5B834E9E-C2B4-2C8D-B063-370C015AB7A6}"/>
              </a:ext>
            </a:extLst>
          </p:cNvPr>
          <p:cNvSpPr>
            <a:spLocks noGrp="1"/>
          </p:cNvSpPr>
          <p:nvPr>
            <p:ph type="ctrTitle" hasCustomPrompt="1"/>
          </p:nvPr>
        </p:nvSpPr>
        <p:spPr>
          <a:xfrm>
            <a:off x="442913" y="818652"/>
            <a:ext cx="8893519"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9" name="Zástupný text 10">
            <a:extLst>
              <a:ext uri="{FF2B5EF4-FFF2-40B4-BE49-F238E27FC236}">
                <a16:creationId xmlns:a16="http://schemas.microsoft.com/office/drawing/2014/main" id="{08471228-BAF4-77CC-8B52-DC1DA8F3F753}"/>
              </a:ext>
            </a:extLst>
          </p:cNvPr>
          <p:cNvSpPr>
            <a:spLocks noGrp="1"/>
          </p:cNvSpPr>
          <p:nvPr>
            <p:ph type="body" sz="quarter" idx="22"/>
          </p:nvPr>
        </p:nvSpPr>
        <p:spPr>
          <a:xfrm>
            <a:off x="446041" y="1898796"/>
            <a:ext cx="8888459"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4CC1B993-E0EF-4D1D-C1AC-CFDE3A728BD5}"/>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3779966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adpis_2x text_zelený pruh_ikona">
    <p:spTree>
      <p:nvGrpSpPr>
        <p:cNvPr id="1" name=""/>
        <p:cNvGrpSpPr/>
        <p:nvPr/>
      </p:nvGrpSpPr>
      <p:grpSpPr>
        <a:xfrm>
          <a:off x="0" y="0"/>
          <a:ext cx="0" cy="0"/>
          <a:chOff x="0" y="0"/>
          <a:chExt cx="0" cy="0"/>
        </a:xfrm>
      </p:grpSpPr>
      <p:sp>
        <p:nvSpPr>
          <p:cNvPr id="11" name="Obdélník 10">
            <a:extLst>
              <a:ext uri="{FF2B5EF4-FFF2-40B4-BE49-F238E27FC236}">
                <a16:creationId xmlns:a16="http://schemas.microsoft.com/office/drawing/2014/main" id="{05E9331A-C5AA-BD40-EA91-13CAAF9E9CE5}"/>
              </a:ext>
            </a:extLst>
          </p:cNvPr>
          <p:cNvSpPr/>
          <p:nvPr userDrawn="1"/>
        </p:nvSpPr>
        <p:spPr>
          <a:xfrm>
            <a:off x="9686925" y="0"/>
            <a:ext cx="250507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21" name="Zástupný obsah 20">
            <a:extLst>
              <a:ext uri="{FF2B5EF4-FFF2-40B4-BE49-F238E27FC236}">
                <a16:creationId xmlns:a16="http://schemas.microsoft.com/office/drawing/2014/main" id="{03683A5A-8E41-2569-9821-DA5756170EF0}"/>
              </a:ext>
            </a:extLst>
          </p:cNvPr>
          <p:cNvSpPr>
            <a:spLocks noGrp="1"/>
          </p:cNvSpPr>
          <p:nvPr>
            <p:ph sz="quarter" idx="15"/>
          </p:nvPr>
        </p:nvSpPr>
        <p:spPr>
          <a:xfrm>
            <a:off x="10123487" y="2566987"/>
            <a:ext cx="1716088" cy="1724025"/>
          </a:xfrm>
        </p:spPr>
        <p:txBody>
          <a:bodyPr/>
          <a:lstStyle>
            <a:lvl1pPr>
              <a:defRPr>
                <a:solidFill>
                  <a:schemeClr val="accent2"/>
                </a:solidFill>
              </a:defRPr>
            </a:lvl1pPr>
          </a:lstStyle>
          <a:p>
            <a:pPr lvl="0"/>
            <a:endParaRPr lang="cs-CZ"/>
          </a:p>
        </p:txBody>
      </p:sp>
      <p:cxnSp>
        <p:nvCxnSpPr>
          <p:cNvPr id="2" name="Přímá spojnice 1">
            <a:extLst>
              <a:ext uri="{FF2B5EF4-FFF2-40B4-BE49-F238E27FC236}">
                <a16:creationId xmlns:a16="http://schemas.microsoft.com/office/drawing/2014/main" id="{5E1D4E4E-A242-090D-D1B7-2AE3C6D4FDFF}"/>
              </a:ext>
            </a:extLst>
          </p:cNvPr>
          <p:cNvCxnSpPr/>
          <p:nvPr userDrawn="1"/>
        </p:nvCxnSpPr>
        <p:spPr>
          <a:xfrm>
            <a:off x="4889671" y="1961278"/>
            <a:ext cx="0" cy="429229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F06C8CB5-4E96-7EDB-34B2-3A4100DFEB46}"/>
              </a:ext>
            </a:extLst>
          </p:cNvPr>
          <p:cNvSpPr>
            <a:spLocks noGrp="1"/>
          </p:cNvSpPr>
          <p:nvPr>
            <p:ph type="ctrTitle" hasCustomPrompt="1"/>
          </p:nvPr>
        </p:nvSpPr>
        <p:spPr>
          <a:xfrm>
            <a:off x="442913" y="818652"/>
            <a:ext cx="8893516"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9" name="Zástupný text 10">
            <a:extLst>
              <a:ext uri="{FF2B5EF4-FFF2-40B4-BE49-F238E27FC236}">
                <a16:creationId xmlns:a16="http://schemas.microsoft.com/office/drawing/2014/main" id="{2CF6D28E-A83D-1817-F1D6-585FDE0D7DE7}"/>
              </a:ext>
            </a:extLst>
          </p:cNvPr>
          <p:cNvSpPr>
            <a:spLocks noGrp="1"/>
          </p:cNvSpPr>
          <p:nvPr>
            <p:ph type="body" sz="quarter" idx="22"/>
          </p:nvPr>
        </p:nvSpPr>
        <p:spPr>
          <a:xfrm>
            <a:off x="446041" y="1898796"/>
            <a:ext cx="4049797"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2" name="Zástupný text 10">
            <a:extLst>
              <a:ext uri="{FF2B5EF4-FFF2-40B4-BE49-F238E27FC236}">
                <a16:creationId xmlns:a16="http://schemas.microsoft.com/office/drawing/2014/main" id="{822546F8-19A6-2ABF-69FA-4E4DB7A32EC1}"/>
              </a:ext>
            </a:extLst>
          </p:cNvPr>
          <p:cNvSpPr>
            <a:spLocks noGrp="1"/>
          </p:cNvSpPr>
          <p:nvPr>
            <p:ph type="body" sz="quarter" idx="23"/>
          </p:nvPr>
        </p:nvSpPr>
        <p:spPr>
          <a:xfrm>
            <a:off x="5283498" y="1898796"/>
            <a:ext cx="4051002"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zápatí 4">
            <a:extLst>
              <a:ext uri="{FF2B5EF4-FFF2-40B4-BE49-F238E27FC236}">
                <a16:creationId xmlns:a16="http://schemas.microsoft.com/office/drawing/2014/main" id="{1BC79128-3B77-9ACA-60AE-C68E16D48CCF}"/>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39263718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adpis_text_zelený pruh">
    <p:spTree>
      <p:nvGrpSpPr>
        <p:cNvPr id="1" name=""/>
        <p:cNvGrpSpPr/>
        <p:nvPr/>
      </p:nvGrpSpPr>
      <p:grpSpPr>
        <a:xfrm>
          <a:off x="0" y="0"/>
          <a:ext cx="0" cy="0"/>
          <a:chOff x="0" y="0"/>
          <a:chExt cx="0" cy="0"/>
        </a:xfrm>
      </p:grpSpPr>
      <p:sp>
        <p:nvSpPr>
          <p:cNvPr id="11" name="Obdélník 10">
            <a:extLst>
              <a:ext uri="{FF2B5EF4-FFF2-40B4-BE49-F238E27FC236}">
                <a16:creationId xmlns:a16="http://schemas.microsoft.com/office/drawing/2014/main" id="{05E9331A-C5AA-BD40-EA91-13CAAF9E9CE5}"/>
              </a:ext>
            </a:extLst>
          </p:cNvPr>
          <p:cNvSpPr/>
          <p:nvPr userDrawn="1"/>
        </p:nvSpPr>
        <p:spPr>
          <a:xfrm>
            <a:off x="11138400" y="0"/>
            <a:ext cx="1053600"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3" name="Title 1">
            <a:extLst>
              <a:ext uri="{FF2B5EF4-FFF2-40B4-BE49-F238E27FC236}">
                <a16:creationId xmlns:a16="http://schemas.microsoft.com/office/drawing/2014/main" id="{E98BA316-3DBB-8421-B0A3-40C45B25AC7A}"/>
              </a:ext>
            </a:extLst>
          </p:cNvPr>
          <p:cNvSpPr>
            <a:spLocks noGrp="1"/>
          </p:cNvSpPr>
          <p:nvPr>
            <p:ph type="ctrTitle" hasCustomPrompt="1"/>
          </p:nvPr>
        </p:nvSpPr>
        <p:spPr>
          <a:xfrm>
            <a:off x="442913" y="818652"/>
            <a:ext cx="10330583"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7" name="Zástupný text 10">
            <a:extLst>
              <a:ext uri="{FF2B5EF4-FFF2-40B4-BE49-F238E27FC236}">
                <a16:creationId xmlns:a16="http://schemas.microsoft.com/office/drawing/2014/main" id="{418705DF-F3BF-A657-AAB0-62C5A3FC9CDA}"/>
              </a:ext>
            </a:extLst>
          </p:cNvPr>
          <p:cNvSpPr>
            <a:spLocks noGrp="1"/>
          </p:cNvSpPr>
          <p:nvPr>
            <p:ph type="body" sz="quarter" idx="22"/>
          </p:nvPr>
        </p:nvSpPr>
        <p:spPr>
          <a:xfrm>
            <a:off x="446041" y="1898796"/>
            <a:ext cx="10330583"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zápatí 4">
            <a:extLst>
              <a:ext uri="{FF2B5EF4-FFF2-40B4-BE49-F238E27FC236}">
                <a16:creationId xmlns:a16="http://schemas.microsoft.com/office/drawing/2014/main" id="{0F92E5F0-36D7-CBA8-8DFD-D42E2EAE0B26}"/>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12188487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adpis_2x text_zelený pruh">
    <p:spTree>
      <p:nvGrpSpPr>
        <p:cNvPr id="1" name=""/>
        <p:cNvGrpSpPr/>
        <p:nvPr/>
      </p:nvGrpSpPr>
      <p:grpSpPr>
        <a:xfrm>
          <a:off x="0" y="0"/>
          <a:ext cx="0" cy="0"/>
          <a:chOff x="0" y="0"/>
          <a:chExt cx="0" cy="0"/>
        </a:xfrm>
      </p:grpSpPr>
      <p:sp>
        <p:nvSpPr>
          <p:cNvPr id="11" name="Obdélník 10">
            <a:extLst>
              <a:ext uri="{FF2B5EF4-FFF2-40B4-BE49-F238E27FC236}">
                <a16:creationId xmlns:a16="http://schemas.microsoft.com/office/drawing/2014/main" id="{05E9331A-C5AA-BD40-EA91-13CAAF9E9CE5}"/>
              </a:ext>
            </a:extLst>
          </p:cNvPr>
          <p:cNvSpPr/>
          <p:nvPr userDrawn="1"/>
        </p:nvSpPr>
        <p:spPr>
          <a:xfrm>
            <a:off x="11138402" y="0"/>
            <a:ext cx="1053598" cy="6858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cxnSp>
        <p:nvCxnSpPr>
          <p:cNvPr id="2" name="Přímá spojnice 1">
            <a:extLst>
              <a:ext uri="{FF2B5EF4-FFF2-40B4-BE49-F238E27FC236}">
                <a16:creationId xmlns:a16="http://schemas.microsoft.com/office/drawing/2014/main" id="{5E1D4E4E-A242-090D-D1B7-2AE3C6D4FDFF}"/>
              </a:ext>
            </a:extLst>
          </p:cNvPr>
          <p:cNvCxnSpPr/>
          <p:nvPr userDrawn="1"/>
        </p:nvCxnSpPr>
        <p:spPr>
          <a:xfrm>
            <a:off x="5469680" y="2003727"/>
            <a:ext cx="0" cy="429229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4439A120-BA61-06C2-1CE0-B84D9A7FD48E}"/>
              </a:ext>
            </a:extLst>
          </p:cNvPr>
          <p:cNvSpPr>
            <a:spLocks noGrp="1"/>
          </p:cNvSpPr>
          <p:nvPr>
            <p:ph type="ctrTitle" hasCustomPrompt="1"/>
          </p:nvPr>
        </p:nvSpPr>
        <p:spPr>
          <a:xfrm>
            <a:off x="442913" y="818652"/>
            <a:ext cx="9973654"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9" name="Zástupný text 10">
            <a:extLst>
              <a:ext uri="{FF2B5EF4-FFF2-40B4-BE49-F238E27FC236}">
                <a16:creationId xmlns:a16="http://schemas.microsoft.com/office/drawing/2014/main" id="{CB807278-94F1-2093-0347-6C43D116C9A0}"/>
              </a:ext>
            </a:extLst>
          </p:cNvPr>
          <p:cNvSpPr>
            <a:spLocks noGrp="1"/>
          </p:cNvSpPr>
          <p:nvPr>
            <p:ph type="body" sz="quarter" idx="22"/>
          </p:nvPr>
        </p:nvSpPr>
        <p:spPr>
          <a:xfrm>
            <a:off x="446042" y="1898796"/>
            <a:ext cx="4690116"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2" name="Zástupný text 10">
            <a:extLst>
              <a:ext uri="{FF2B5EF4-FFF2-40B4-BE49-F238E27FC236}">
                <a16:creationId xmlns:a16="http://schemas.microsoft.com/office/drawing/2014/main" id="{838C1947-69A6-9B22-D4BD-5AD2187B1982}"/>
              </a:ext>
            </a:extLst>
          </p:cNvPr>
          <p:cNvSpPr>
            <a:spLocks noGrp="1"/>
          </p:cNvSpPr>
          <p:nvPr>
            <p:ph type="body" sz="quarter" idx="23"/>
          </p:nvPr>
        </p:nvSpPr>
        <p:spPr>
          <a:xfrm>
            <a:off x="5804695" y="1898796"/>
            <a:ext cx="4611871"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62B42A72-6DC4-97FA-A484-CD1ED72CE9FB}"/>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956097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adpis_text_obraz bok_tenký">
    <p:spTree>
      <p:nvGrpSpPr>
        <p:cNvPr id="1" name=""/>
        <p:cNvGrpSpPr/>
        <p:nvPr/>
      </p:nvGrpSpPr>
      <p:grpSpPr>
        <a:xfrm>
          <a:off x="0" y="0"/>
          <a:ext cx="0" cy="0"/>
          <a:chOff x="0" y="0"/>
          <a:chExt cx="0" cy="0"/>
        </a:xfrm>
      </p:grpSpPr>
      <p:sp>
        <p:nvSpPr>
          <p:cNvPr id="4" name="Zástupný symbol obrázku 4">
            <a:extLst>
              <a:ext uri="{FF2B5EF4-FFF2-40B4-BE49-F238E27FC236}">
                <a16:creationId xmlns:a16="http://schemas.microsoft.com/office/drawing/2014/main" id="{0E8F91F9-590E-55F3-E76F-F238C23E39F7}"/>
              </a:ext>
            </a:extLst>
          </p:cNvPr>
          <p:cNvSpPr>
            <a:spLocks noGrp="1"/>
          </p:cNvSpPr>
          <p:nvPr>
            <p:ph type="pic" sz="quarter" idx="13"/>
          </p:nvPr>
        </p:nvSpPr>
        <p:spPr>
          <a:xfrm>
            <a:off x="9677400" y="0"/>
            <a:ext cx="2514600" cy="6858000"/>
          </a:xfrm>
          <a:solidFill>
            <a:schemeClr val="accent6"/>
          </a:solidFill>
        </p:spPr>
        <p:txBody>
          <a:bodyPr/>
          <a:lstStyle/>
          <a:p>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7" name="Title 1">
            <a:extLst>
              <a:ext uri="{FF2B5EF4-FFF2-40B4-BE49-F238E27FC236}">
                <a16:creationId xmlns:a16="http://schemas.microsoft.com/office/drawing/2014/main" id="{3214FB95-6F58-784E-0C4F-FE682B7C556C}"/>
              </a:ext>
            </a:extLst>
          </p:cNvPr>
          <p:cNvSpPr>
            <a:spLocks noGrp="1"/>
          </p:cNvSpPr>
          <p:nvPr>
            <p:ph type="ctrTitle" hasCustomPrompt="1"/>
          </p:nvPr>
        </p:nvSpPr>
        <p:spPr>
          <a:xfrm>
            <a:off x="442913" y="818652"/>
            <a:ext cx="8893519"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8" name="Zástupný text 10">
            <a:extLst>
              <a:ext uri="{FF2B5EF4-FFF2-40B4-BE49-F238E27FC236}">
                <a16:creationId xmlns:a16="http://schemas.microsoft.com/office/drawing/2014/main" id="{67AED881-3553-0934-FC44-7EB46AC5426D}"/>
              </a:ext>
            </a:extLst>
          </p:cNvPr>
          <p:cNvSpPr>
            <a:spLocks noGrp="1"/>
          </p:cNvSpPr>
          <p:nvPr>
            <p:ph type="body" sz="quarter" idx="22"/>
          </p:nvPr>
        </p:nvSpPr>
        <p:spPr>
          <a:xfrm>
            <a:off x="446041" y="1898796"/>
            <a:ext cx="8890391"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2" name="Zástupný symbol pro zápatí 4">
            <a:extLst>
              <a:ext uri="{FF2B5EF4-FFF2-40B4-BE49-F238E27FC236}">
                <a16:creationId xmlns:a16="http://schemas.microsoft.com/office/drawing/2014/main" id="{C4470062-76D7-2369-7E54-97D0F0C40A8D}"/>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9182653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adpis_text_obraz bok">
    <p:spTree>
      <p:nvGrpSpPr>
        <p:cNvPr id="1" name=""/>
        <p:cNvGrpSpPr/>
        <p:nvPr/>
      </p:nvGrpSpPr>
      <p:grpSpPr>
        <a:xfrm>
          <a:off x="0" y="0"/>
          <a:ext cx="0" cy="0"/>
          <a:chOff x="0" y="0"/>
          <a:chExt cx="0" cy="0"/>
        </a:xfrm>
      </p:grpSpPr>
      <p:sp>
        <p:nvSpPr>
          <p:cNvPr id="3" name="Zástupný symbol obrázku 4">
            <a:extLst>
              <a:ext uri="{FF2B5EF4-FFF2-40B4-BE49-F238E27FC236}">
                <a16:creationId xmlns:a16="http://schemas.microsoft.com/office/drawing/2014/main" id="{D3E45E4F-712A-FBF5-A0FB-F3B42AD49EE2}"/>
              </a:ext>
            </a:extLst>
          </p:cNvPr>
          <p:cNvSpPr>
            <a:spLocks noGrp="1"/>
          </p:cNvSpPr>
          <p:nvPr>
            <p:ph type="pic" sz="quarter" idx="15"/>
          </p:nvPr>
        </p:nvSpPr>
        <p:spPr>
          <a:xfrm>
            <a:off x="8259097" y="0"/>
            <a:ext cx="3932902" cy="6858000"/>
          </a:xfrm>
          <a:solidFill>
            <a:schemeClr val="accent6"/>
          </a:solidFill>
        </p:spPr>
        <p:txBody>
          <a:bodyPr/>
          <a:lstStyle/>
          <a:p>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5" name="Title 1">
            <a:extLst>
              <a:ext uri="{FF2B5EF4-FFF2-40B4-BE49-F238E27FC236}">
                <a16:creationId xmlns:a16="http://schemas.microsoft.com/office/drawing/2014/main" id="{DD244565-CE84-BC51-F3AE-0EA2682E8D7F}"/>
              </a:ext>
            </a:extLst>
          </p:cNvPr>
          <p:cNvSpPr>
            <a:spLocks noGrp="1"/>
          </p:cNvSpPr>
          <p:nvPr>
            <p:ph type="ctrTitle" hasCustomPrompt="1"/>
          </p:nvPr>
        </p:nvSpPr>
        <p:spPr>
          <a:xfrm>
            <a:off x="442913" y="818652"/>
            <a:ext cx="7453327"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8" name="Zástupný text 10">
            <a:extLst>
              <a:ext uri="{FF2B5EF4-FFF2-40B4-BE49-F238E27FC236}">
                <a16:creationId xmlns:a16="http://schemas.microsoft.com/office/drawing/2014/main" id="{CBBFDACF-11CB-F4C0-0149-43A6F1A5F549}"/>
              </a:ext>
            </a:extLst>
          </p:cNvPr>
          <p:cNvSpPr>
            <a:spLocks noGrp="1"/>
          </p:cNvSpPr>
          <p:nvPr>
            <p:ph type="body" sz="quarter" idx="22"/>
          </p:nvPr>
        </p:nvSpPr>
        <p:spPr>
          <a:xfrm>
            <a:off x="446041" y="1898796"/>
            <a:ext cx="7450199"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4" name="Zástupný symbol pro zápatí 4">
            <a:extLst>
              <a:ext uri="{FF2B5EF4-FFF2-40B4-BE49-F238E27FC236}">
                <a16:creationId xmlns:a16="http://schemas.microsoft.com/office/drawing/2014/main" id="{0F2DD12E-6885-FE4F-542A-38600578899A}"/>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37231693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adpis_text_obraz bok_širší">
    <p:spTree>
      <p:nvGrpSpPr>
        <p:cNvPr id="1" name=""/>
        <p:cNvGrpSpPr/>
        <p:nvPr/>
      </p:nvGrpSpPr>
      <p:grpSpPr>
        <a:xfrm>
          <a:off x="0" y="0"/>
          <a:ext cx="0" cy="0"/>
          <a:chOff x="0" y="0"/>
          <a:chExt cx="0" cy="0"/>
        </a:xfrm>
      </p:grpSpPr>
      <p:sp>
        <p:nvSpPr>
          <p:cNvPr id="3" name="Zástupný symbol obrázku 4">
            <a:extLst>
              <a:ext uri="{FF2B5EF4-FFF2-40B4-BE49-F238E27FC236}">
                <a16:creationId xmlns:a16="http://schemas.microsoft.com/office/drawing/2014/main" id="{D3E45E4F-712A-FBF5-A0FB-F3B42AD49EE2}"/>
              </a:ext>
            </a:extLst>
          </p:cNvPr>
          <p:cNvSpPr>
            <a:spLocks noGrp="1"/>
          </p:cNvSpPr>
          <p:nvPr>
            <p:ph type="pic" sz="quarter" idx="15"/>
          </p:nvPr>
        </p:nvSpPr>
        <p:spPr>
          <a:xfrm>
            <a:off x="6459794" y="0"/>
            <a:ext cx="5732206" cy="6858000"/>
          </a:xfrm>
          <a:solidFill>
            <a:schemeClr val="accent6"/>
          </a:solidFill>
        </p:spPr>
        <p:txBody>
          <a:bodyPr/>
          <a:lstStyle/>
          <a:p>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dirty="0"/>
          </a:p>
        </p:txBody>
      </p:sp>
      <p:sp>
        <p:nvSpPr>
          <p:cNvPr id="7" name="Title 1">
            <a:extLst>
              <a:ext uri="{FF2B5EF4-FFF2-40B4-BE49-F238E27FC236}">
                <a16:creationId xmlns:a16="http://schemas.microsoft.com/office/drawing/2014/main" id="{7FD82910-48F9-9F20-A042-2E83E0311F67}"/>
              </a:ext>
            </a:extLst>
          </p:cNvPr>
          <p:cNvSpPr>
            <a:spLocks noGrp="1"/>
          </p:cNvSpPr>
          <p:nvPr>
            <p:ph type="ctrTitle" hasCustomPrompt="1"/>
          </p:nvPr>
        </p:nvSpPr>
        <p:spPr>
          <a:xfrm>
            <a:off x="442914" y="818652"/>
            <a:ext cx="5649958"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8" name="Zástupný text 10">
            <a:extLst>
              <a:ext uri="{FF2B5EF4-FFF2-40B4-BE49-F238E27FC236}">
                <a16:creationId xmlns:a16="http://schemas.microsoft.com/office/drawing/2014/main" id="{1A02048E-D38B-5373-F6D1-EB3144BAD95D}"/>
              </a:ext>
            </a:extLst>
          </p:cNvPr>
          <p:cNvSpPr>
            <a:spLocks noGrp="1"/>
          </p:cNvSpPr>
          <p:nvPr>
            <p:ph type="body" sz="quarter" idx="22"/>
          </p:nvPr>
        </p:nvSpPr>
        <p:spPr>
          <a:xfrm>
            <a:off x="446042" y="1898796"/>
            <a:ext cx="5649958"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2" name="Zástupný symbol pro zápatí 4">
            <a:extLst>
              <a:ext uri="{FF2B5EF4-FFF2-40B4-BE49-F238E27FC236}">
                <a16:creationId xmlns:a16="http://schemas.microsoft.com/office/drawing/2014/main" id="{D967E22F-E3DA-4BEC-9C6D-D7DF70F7C5DC}"/>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5440266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adpis_text_2x obraz">
    <p:spTree>
      <p:nvGrpSpPr>
        <p:cNvPr id="1" name=""/>
        <p:cNvGrpSpPr/>
        <p:nvPr/>
      </p:nvGrpSpPr>
      <p:grpSpPr>
        <a:xfrm>
          <a:off x="0" y="0"/>
          <a:ext cx="0" cy="0"/>
          <a:chOff x="0" y="0"/>
          <a:chExt cx="0" cy="0"/>
        </a:xfrm>
      </p:grpSpPr>
      <p:sp>
        <p:nvSpPr>
          <p:cNvPr id="4" name="Zástupný symbol obrázku 4">
            <a:extLst>
              <a:ext uri="{FF2B5EF4-FFF2-40B4-BE49-F238E27FC236}">
                <a16:creationId xmlns:a16="http://schemas.microsoft.com/office/drawing/2014/main" id="{24F6081D-28FB-ABD9-26E7-E8B076199DEF}"/>
              </a:ext>
            </a:extLst>
          </p:cNvPr>
          <p:cNvSpPr>
            <a:spLocks noGrp="1"/>
          </p:cNvSpPr>
          <p:nvPr>
            <p:ph type="pic" sz="quarter" idx="16"/>
          </p:nvPr>
        </p:nvSpPr>
        <p:spPr>
          <a:xfrm>
            <a:off x="6459794" y="3441291"/>
            <a:ext cx="5732206" cy="3429000"/>
          </a:xfrm>
          <a:solidFill>
            <a:schemeClr val="accent6"/>
          </a:solidFill>
        </p:spPr>
        <p:txBody>
          <a:bodyPr/>
          <a:lstStyle/>
          <a:p>
            <a:endParaRPr lang="cs-CZ"/>
          </a:p>
        </p:txBody>
      </p:sp>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lvl1pPr>
              <a:defRPr>
                <a:solidFill>
                  <a:schemeClr val="bg1"/>
                </a:solidFill>
              </a:defRPr>
            </a:lvl1pPr>
          </a:lstStyle>
          <a:p>
            <a:fld id="{E57EA1BE-92D9-9E4F-B3B9-F1A717F85676}" type="slidenum">
              <a:rPr lang="cs-CZ" smtClean="0"/>
              <a:pPr/>
              <a:t>‹#›</a:t>
            </a:fld>
            <a:endParaRPr lang="cs-CZ"/>
          </a:p>
        </p:txBody>
      </p:sp>
      <p:sp>
        <p:nvSpPr>
          <p:cNvPr id="3" name="Zástupný symbol obrázku 4">
            <a:extLst>
              <a:ext uri="{FF2B5EF4-FFF2-40B4-BE49-F238E27FC236}">
                <a16:creationId xmlns:a16="http://schemas.microsoft.com/office/drawing/2014/main" id="{D3E45E4F-712A-FBF5-A0FB-F3B42AD49EE2}"/>
              </a:ext>
            </a:extLst>
          </p:cNvPr>
          <p:cNvSpPr>
            <a:spLocks noGrp="1"/>
          </p:cNvSpPr>
          <p:nvPr>
            <p:ph type="pic" sz="quarter" idx="15"/>
          </p:nvPr>
        </p:nvSpPr>
        <p:spPr>
          <a:xfrm>
            <a:off x="6459794" y="0"/>
            <a:ext cx="5732206" cy="3429000"/>
          </a:xfrm>
          <a:solidFill>
            <a:schemeClr val="accent6"/>
          </a:solidFill>
        </p:spPr>
        <p:txBody>
          <a:bodyPr/>
          <a:lstStyle/>
          <a:p>
            <a:endParaRPr lang="cs-CZ"/>
          </a:p>
        </p:txBody>
      </p:sp>
      <p:sp>
        <p:nvSpPr>
          <p:cNvPr id="8" name="Zástupný text 10">
            <a:extLst>
              <a:ext uri="{FF2B5EF4-FFF2-40B4-BE49-F238E27FC236}">
                <a16:creationId xmlns:a16="http://schemas.microsoft.com/office/drawing/2014/main" id="{03058058-C0AA-F192-96E0-ED9E61BF822E}"/>
              </a:ext>
            </a:extLst>
          </p:cNvPr>
          <p:cNvSpPr>
            <a:spLocks noGrp="1"/>
          </p:cNvSpPr>
          <p:nvPr>
            <p:ph type="body" sz="quarter" idx="17"/>
          </p:nvPr>
        </p:nvSpPr>
        <p:spPr>
          <a:xfrm>
            <a:off x="442913" y="2001422"/>
            <a:ext cx="5653086" cy="4328274"/>
          </a:xfrm>
        </p:spPr>
        <p:txBody>
          <a:bodyPr/>
          <a:lstStyle>
            <a:lvl1pPr>
              <a:buClr>
                <a:schemeClr val="accent2"/>
              </a:buClr>
              <a:defRPr sz="2000"/>
            </a:lvl1pPr>
            <a:lvl2pPr>
              <a:buClr>
                <a:schemeClr val="accent2"/>
              </a:buClr>
              <a:defRPr sz="2000"/>
            </a:lvl2pPr>
            <a:lvl3pPr>
              <a:buClr>
                <a:schemeClr val="accent2"/>
              </a:buClr>
              <a:defRPr sz="1800"/>
            </a:lvl3pPr>
            <a:lvl4pPr>
              <a:buClr>
                <a:schemeClr val="accent2"/>
              </a:buClr>
              <a:defRPr sz="1600"/>
            </a:lvl4pPr>
            <a:lvl5pPr>
              <a:buClr>
                <a:schemeClr val="accent2"/>
              </a:buClr>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7" name="Zástupný symbol pro zápatí 4">
            <a:extLst>
              <a:ext uri="{FF2B5EF4-FFF2-40B4-BE49-F238E27FC236}">
                <a16:creationId xmlns:a16="http://schemas.microsoft.com/office/drawing/2014/main" id="{84BD7058-9291-3114-5C59-DD00D2B0796A}"/>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2" name="Title 1">
            <a:extLst>
              <a:ext uri="{FF2B5EF4-FFF2-40B4-BE49-F238E27FC236}">
                <a16:creationId xmlns:a16="http://schemas.microsoft.com/office/drawing/2014/main" id="{9000CC91-A6AD-1F03-B3C1-76F1AD879F5D}"/>
              </a:ext>
            </a:extLst>
          </p:cNvPr>
          <p:cNvSpPr>
            <a:spLocks noGrp="1"/>
          </p:cNvSpPr>
          <p:nvPr>
            <p:ph type="ctrTitle" hasCustomPrompt="1"/>
          </p:nvPr>
        </p:nvSpPr>
        <p:spPr>
          <a:xfrm>
            <a:off x="442912" y="818652"/>
            <a:ext cx="5653087"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Tree>
    <p:extLst>
      <p:ext uri="{BB962C8B-B14F-4D97-AF65-F5344CB8AC3E}">
        <p14:creationId xmlns:p14="http://schemas.microsoft.com/office/powerpoint/2010/main" val="827688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adpis_2x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cxnSp>
        <p:nvCxnSpPr>
          <p:cNvPr id="8" name="Přímá spojnice 7">
            <a:extLst>
              <a:ext uri="{FF2B5EF4-FFF2-40B4-BE49-F238E27FC236}">
                <a16:creationId xmlns:a16="http://schemas.microsoft.com/office/drawing/2014/main" id="{AE1DCE94-7FEA-8CD2-04BB-EB198CD6DF3B}"/>
              </a:ext>
            </a:extLst>
          </p:cNvPr>
          <p:cNvCxnSpPr/>
          <p:nvPr userDrawn="1"/>
        </p:nvCxnSpPr>
        <p:spPr>
          <a:xfrm>
            <a:off x="6096000" y="2003077"/>
            <a:ext cx="0" cy="434063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7B2B9A85-470F-AAF2-95F8-A1AB2F9F7166}"/>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4" name="Zástupný text 10">
            <a:extLst>
              <a:ext uri="{FF2B5EF4-FFF2-40B4-BE49-F238E27FC236}">
                <a16:creationId xmlns:a16="http://schemas.microsoft.com/office/drawing/2014/main" id="{F0135B0E-2A7D-30B2-C8A5-F47AF77CE8B4}"/>
              </a:ext>
            </a:extLst>
          </p:cNvPr>
          <p:cNvSpPr>
            <a:spLocks noGrp="1"/>
          </p:cNvSpPr>
          <p:nvPr>
            <p:ph type="body" sz="quarter" idx="22"/>
          </p:nvPr>
        </p:nvSpPr>
        <p:spPr>
          <a:xfrm>
            <a:off x="446042" y="1898796"/>
            <a:ext cx="5286164"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9" name="Zástupný text 10">
            <a:extLst>
              <a:ext uri="{FF2B5EF4-FFF2-40B4-BE49-F238E27FC236}">
                <a16:creationId xmlns:a16="http://schemas.microsoft.com/office/drawing/2014/main" id="{17A095CD-CAC9-9233-EF8D-39D841F5A137}"/>
              </a:ext>
            </a:extLst>
          </p:cNvPr>
          <p:cNvSpPr>
            <a:spLocks noGrp="1"/>
          </p:cNvSpPr>
          <p:nvPr>
            <p:ph type="body" sz="quarter" idx="23"/>
          </p:nvPr>
        </p:nvSpPr>
        <p:spPr>
          <a:xfrm>
            <a:off x="6450152" y="1898796"/>
            <a:ext cx="5407633"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stupný symbol pro zápatí 4">
            <a:extLst>
              <a:ext uri="{FF2B5EF4-FFF2-40B4-BE49-F238E27FC236}">
                <a16:creationId xmlns:a16="http://schemas.microsoft.com/office/drawing/2014/main" id="{D58418C3-899D-E3DD-6857-5E34019835CB}"/>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3507479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adpis_text_obraz">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5" name="Zástupný obsah 4">
            <a:extLst>
              <a:ext uri="{FF2B5EF4-FFF2-40B4-BE49-F238E27FC236}">
                <a16:creationId xmlns:a16="http://schemas.microsoft.com/office/drawing/2014/main" id="{5B6940AC-9602-2049-063D-BA58BFAB26DB}"/>
              </a:ext>
            </a:extLst>
          </p:cNvPr>
          <p:cNvSpPr>
            <a:spLocks noGrp="1"/>
          </p:cNvSpPr>
          <p:nvPr>
            <p:ph sz="quarter" idx="16"/>
          </p:nvPr>
        </p:nvSpPr>
        <p:spPr>
          <a:xfrm>
            <a:off x="6459794" y="1898796"/>
            <a:ext cx="5379780" cy="4430897"/>
          </a:xfrm>
          <a:solidFill>
            <a:schemeClr val="bg1">
              <a:lumMod val="95000"/>
            </a:schemeClr>
          </a:solidFill>
        </p:spPr>
        <p:txBody>
          <a:bodyPr/>
          <a:lstStyle/>
          <a:p>
            <a:pPr lvl="0"/>
            <a:endParaRPr lang="cs-CZ" dirty="0"/>
          </a:p>
        </p:txBody>
      </p:sp>
      <p:sp>
        <p:nvSpPr>
          <p:cNvPr id="4" name="Title 1">
            <a:extLst>
              <a:ext uri="{FF2B5EF4-FFF2-40B4-BE49-F238E27FC236}">
                <a16:creationId xmlns:a16="http://schemas.microsoft.com/office/drawing/2014/main" id="{28D1FDB8-6319-76A5-F753-E217B43DE738}"/>
              </a:ext>
            </a:extLst>
          </p:cNvPr>
          <p:cNvSpPr>
            <a:spLocks noGrp="1"/>
          </p:cNvSpPr>
          <p:nvPr>
            <p:ph type="ctrTitle" hasCustomPrompt="1"/>
          </p:nvPr>
        </p:nvSpPr>
        <p:spPr>
          <a:xfrm>
            <a:off x="442913" y="818652"/>
            <a:ext cx="11396661"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sp>
        <p:nvSpPr>
          <p:cNvPr id="7" name="Zástupný text 10">
            <a:extLst>
              <a:ext uri="{FF2B5EF4-FFF2-40B4-BE49-F238E27FC236}">
                <a16:creationId xmlns:a16="http://schemas.microsoft.com/office/drawing/2014/main" id="{239EC1BB-1AF9-246F-5294-82BF2AF991CE}"/>
              </a:ext>
            </a:extLst>
          </p:cNvPr>
          <p:cNvSpPr>
            <a:spLocks noGrp="1"/>
          </p:cNvSpPr>
          <p:nvPr>
            <p:ph type="body" sz="quarter" idx="22"/>
          </p:nvPr>
        </p:nvSpPr>
        <p:spPr>
          <a:xfrm>
            <a:off x="446041" y="1898796"/>
            <a:ext cx="4839851"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F0A5D5BF-F0A1-3046-42EC-82F4260D5E70}"/>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946620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adpis_3x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Title 1">
            <a:extLst>
              <a:ext uri="{FF2B5EF4-FFF2-40B4-BE49-F238E27FC236}">
                <a16:creationId xmlns:a16="http://schemas.microsoft.com/office/drawing/2014/main" id="{78203254-8B0F-85D5-AF26-53988263F5B1}"/>
              </a:ext>
            </a:extLst>
          </p:cNvPr>
          <p:cNvSpPr>
            <a:spLocks noGrp="1"/>
          </p:cNvSpPr>
          <p:nvPr>
            <p:ph type="ctrTitle" hasCustomPrompt="1"/>
          </p:nvPr>
        </p:nvSpPr>
        <p:spPr>
          <a:xfrm>
            <a:off x="442913" y="818652"/>
            <a:ext cx="11420433" cy="846636"/>
          </a:xfrm>
          <a:prstGeom prst="rect">
            <a:avLst/>
          </a:prstGeom>
        </p:spPr>
        <p:txBody>
          <a:bodyPr lIns="0" anchor="t" anchorCtr="0">
            <a:normAutofit/>
          </a:bodyPr>
          <a:lstStyle>
            <a:lvl1pPr algn="l">
              <a:defRPr sz="2800" b="1">
                <a:solidFill>
                  <a:schemeClr val="accent2"/>
                </a:solidFill>
              </a:defRPr>
            </a:lvl1pPr>
          </a:lstStyle>
          <a:p>
            <a:r>
              <a:rPr lang="cs-CZ" dirty="0"/>
              <a:t>KLIKNUTÍM LZE UPRAVIT STYL.</a:t>
            </a:r>
          </a:p>
        </p:txBody>
      </p:sp>
      <p:cxnSp>
        <p:nvCxnSpPr>
          <p:cNvPr id="10" name="Přímá spojnice 9">
            <a:extLst>
              <a:ext uri="{FF2B5EF4-FFF2-40B4-BE49-F238E27FC236}">
                <a16:creationId xmlns:a16="http://schemas.microsoft.com/office/drawing/2014/main" id="{0B51DCB6-B355-41CC-2506-87436F3C0E4D}"/>
              </a:ext>
            </a:extLst>
          </p:cNvPr>
          <p:cNvCxnSpPr>
            <a:cxnSpLocks/>
          </p:cNvCxnSpPr>
          <p:nvPr userDrawn="1"/>
        </p:nvCxnSpPr>
        <p:spPr>
          <a:xfrm>
            <a:off x="4187563" y="1898796"/>
            <a:ext cx="0" cy="439722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Přímá spojnice 11">
            <a:extLst>
              <a:ext uri="{FF2B5EF4-FFF2-40B4-BE49-F238E27FC236}">
                <a16:creationId xmlns:a16="http://schemas.microsoft.com/office/drawing/2014/main" id="{67FC6B72-42A5-4D93-D537-BF938AC0CD1B}"/>
              </a:ext>
            </a:extLst>
          </p:cNvPr>
          <p:cNvCxnSpPr>
            <a:cxnSpLocks/>
          </p:cNvCxnSpPr>
          <p:nvPr userDrawn="1"/>
        </p:nvCxnSpPr>
        <p:spPr>
          <a:xfrm>
            <a:off x="8151575" y="1898796"/>
            <a:ext cx="0" cy="439722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Zástupný text 10">
            <a:extLst>
              <a:ext uri="{FF2B5EF4-FFF2-40B4-BE49-F238E27FC236}">
                <a16:creationId xmlns:a16="http://schemas.microsoft.com/office/drawing/2014/main" id="{B3B5BC0A-AB22-2277-0E99-4048047D8037}"/>
              </a:ext>
            </a:extLst>
          </p:cNvPr>
          <p:cNvSpPr>
            <a:spLocks noGrp="1"/>
          </p:cNvSpPr>
          <p:nvPr>
            <p:ph type="body" sz="quarter" idx="22"/>
          </p:nvPr>
        </p:nvSpPr>
        <p:spPr>
          <a:xfrm>
            <a:off x="446041" y="1898796"/>
            <a:ext cx="3497257"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8" name="Zástupný text 10">
            <a:extLst>
              <a:ext uri="{FF2B5EF4-FFF2-40B4-BE49-F238E27FC236}">
                <a16:creationId xmlns:a16="http://schemas.microsoft.com/office/drawing/2014/main" id="{8F8FCACD-ECA6-447C-C2C8-CD2F5BDA5DD6}"/>
              </a:ext>
            </a:extLst>
          </p:cNvPr>
          <p:cNvSpPr>
            <a:spLocks noGrp="1"/>
          </p:cNvSpPr>
          <p:nvPr>
            <p:ph type="body" sz="quarter" idx="23"/>
          </p:nvPr>
        </p:nvSpPr>
        <p:spPr>
          <a:xfrm>
            <a:off x="4406200" y="1898796"/>
            <a:ext cx="3497257"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20" name="Zástupný text 10">
            <a:extLst>
              <a:ext uri="{FF2B5EF4-FFF2-40B4-BE49-F238E27FC236}">
                <a16:creationId xmlns:a16="http://schemas.microsoft.com/office/drawing/2014/main" id="{7EA8359B-9229-B165-A175-6A81E61EABAB}"/>
              </a:ext>
            </a:extLst>
          </p:cNvPr>
          <p:cNvSpPr>
            <a:spLocks noGrp="1"/>
          </p:cNvSpPr>
          <p:nvPr>
            <p:ph type="body" sz="quarter" idx="24"/>
          </p:nvPr>
        </p:nvSpPr>
        <p:spPr>
          <a:xfrm>
            <a:off x="8366359" y="1898796"/>
            <a:ext cx="3497257" cy="4417263"/>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3" name="Zástupný symbol pro zápatí 4">
            <a:extLst>
              <a:ext uri="{FF2B5EF4-FFF2-40B4-BE49-F238E27FC236}">
                <a16:creationId xmlns:a16="http://schemas.microsoft.com/office/drawing/2014/main" id="{9E76F3CD-D92A-7877-2D10-8A3DB804BD68}"/>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12895743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x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2B2D269-4D51-D242-8BC5-F310E732E27D}"/>
              </a:ext>
            </a:extLst>
          </p:cNvPr>
          <p:cNvSpPr>
            <a:spLocks noGrp="1"/>
          </p:cNvSpPr>
          <p:nvPr>
            <p:ph type="sldNum" sz="quarter" idx="12"/>
          </p:nvPr>
        </p:nvSpPr>
        <p:spPr/>
        <p:txBody>
          <a:bodyPr/>
          <a:lstStyle/>
          <a:p>
            <a:fld id="{E57EA1BE-92D9-9E4F-B3B9-F1A717F85676}" type="slidenum">
              <a:rPr lang="cs-CZ" smtClean="0"/>
              <a:t>‹#›</a:t>
            </a:fld>
            <a:endParaRPr lang="cs-CZ"/>
          </a:p>
        </p:txBody>
      </p:sp>
      <p:cxnSp>
        <p:nvCxnSpPr>
          <p:cNvPr id="2" name="Přímá spojnice 1">
            <a:extLst>
              <a:ext uri="{FF2B5EF4-FFF2-40B4-BE49-F238E27FC236}">
                <a16:creationId xmlns:a16="http://schemas.microsoft.com/office/drawing/2014/main" id="{EA803F6F-F5DB-3FA7-B838-2DD022E0B020}"/>
              </a:ext>
            </a:extLst>
          </p:cNvPr>
          <p:cNvCxnSpPr>
            <a:cxnSpLocks/>
          </p:cNvCxnSpPr>
          <p:nvPr userDrawn="1"/>
        </p:nvCxnSpPr>
        <p:spPr>
          <a:xfrm>
            <a:off x="4178687"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 name="Přímá spojnice 2">
            <a:extLst>
              <a:ext uri="{FF2B5EF4-FFF2-40B4-BE49-F238E27FC236}">
                <a16:creationId xmlns:a16="http://schemas.microsoft.com/office/drawing/2014/main" id="{6D8E3FE8-B147-239D-71F7-2C4AFA6BCCBE}"/>
              </a:ext>
            </a:extLst>
          </p:cNvPr>
          <p:cNvCxnSpPr>
            <a:cxnSpLocks/>
          </p:cNvCxnSpPr>
          <p:nvPr userDrawn="1"/>
        </p:nvCxnSpPr>
        <p:spPr>
          <a:xfrm>
            <a:off x="8142699" y="908050"/>
            <a:ext cx="0" cy="538797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Zástupný text 10">
            <a:extLst>
              <a:ext uri="{FF2B5EF4-FFF2-40B4-BE49-F238E27FC236}">
                <a16:creationId xmlns:a16="http://schemas.microsoft.com/office/drawing/2014/main" id="{B44184AC-A26E-84FD-A458-44BB25E195D9}"/>
              </a:ext>
            </a:extLst>
          </p:cNvPr>
          <p:cNvSpPr>
            <a:spLocks noGrp="1"/>
          </p:cNvSpPr>
          <p:nvPr>
            <p:ph type="body" sz="quarter" idx="24"/>
          </p:nvPr>
        </p:nvSpPr>
        <p:spPr>
          <a:xfrm>
            <a:off x="453013" y="818652"/>
            <a:ext cx="3497257" cy="5511042"/>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5" name="Zástupný text 10">
            <a:extLst>
              <a:ext uri="{FF2B5EF4-FFF2-40B4-BE49-F238E27FC236}">
                <a16:creationId xmlns:a16="http://schemas.microsoft.com/office/drawing/2014/main" id="{C97FACC1-E70C-1BA0-94D4-C0CED455496D}"/>
              </a:ext>
            </a:extLst>
          </p:cNvPr>
          <p:cNvSpPr>
            <a:spLocks noGrp="1"/>
          </p:cNvSpPr>
          <p:nvPr>
            <p:ph type="body" sz="quarter" idx="25"/>
          </p:nvPr>
        </p:nvSpPr>
        <p:spPr>
          <a:xfrm>
            <a:off x="4413172" y="818652"/>
            <a:ext cx="3497257" cy="5511042"/>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7" name="Zástupný text 10">
            <a:extLst>
              <a:ext uri="{FF2B5EF4-FFF2-40B4-BE49-F238E27FC236}">
                <a16:creationId xmlns:a16="http://schemas.microsoft.com/office/drawing/2014/main" id="{A5F2C6F2-5045-8B34-82FA-BDBC4E708589}"/>
              </a:ext>
            </a:extLst>
          </p:cNvPr>
          <p:cNvSpPr>
            <a:spLocks noGrp="1"/>
          </p:cNvSpPr>
          <p:nvPr>
            <p:ph type="body" sz="quarter" idx="26"/>
          </p:nvPr>
        </p:nvSpPr>
        <p:spPr>
          <a:xfrm>
            <a:off x="8373330" y="818652"/>
            <a:ext cx="3497257" cy="5511042"/>
          </a:xfrm>
        </p:spPr>
        <p:txBody>
          <a:bodyPr/>
          <a:lstStyle>
            <a:lvl1pPr>
              <a:buClr>
                <a:schemeClr val="accent2"/>
              </a:buClr>
              <a:defRPr sz="2000"/>
            </a:lvl1pPr>
            <a:lvl2pPr marL="268288" indent="-261938">
              <a:buClr>
                <a:schemeClr val="accent2"/>
              </a:buClr>
              <a:buSzPct val="100000"/>
              <a:tabLst/>
              <a:defRPr sz="2000"/>
            </a:lvl2pPr>
            <a:lvl3pPr marL="268288" indent="268288">
              <a:buClr>
                <a:schemeClr val="accent2"/>
              </a:buClr>
              <a:buSzPct val="100000"/>
              <a:tabLst/>
              <a:defRPr sz="1800"/>
            </a:lvl3pPr>
            <a:lvl4pPr marL="804863" indent="-268288">
              <a:buClr>
                <a:schemeClr val="accent2"/>
              </a:buClr>
              <a:buSzPct val="100000"/>
              <a:tabLst/>
              <a:defRPr sz="1600"/>
            </a:lvl4pPr>
            <a:lvl5pPr marL="1068388" indent="-263525">
              <a:buClr>
                <a:schemeClr val="accent2"/>
              </a:buClr>
              <a:buSzPct val="100000"/>
              <a:tabLst/>
              <a:defRPr sz="1600"/>
            </a:lvl5p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stupný symbol pro zápatí 4">
            <a:extLst>
              <a:ext uri="{FF2B5EF4-FFF2-40B4-BE49-F238E27FC236}">
                <a16:creationId xmlns:a16="http://schemas.microsoft.com/office/drawing/2014/main" id="{2066E392-4940-C1AD-7BE0-9F1738F46254}"/>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0815367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adpis_obraz">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00131-EA4E-F247-BD08-565629F59BAD}"/>
              </a:ext>
            </a:extLst>
          </p:cNvPr>
          <p:cNvSpPr>
            <a:spLocks noGrp="1"/>
          </p:cNvSpPr>
          <p:nvPr>
            <p:ph idx="1"/>
          </p:nvPr>
        </p:nvSpPr>
        <p:spPr>
          <a:xfrm>
            <a:off x="434821" y="1665288"/>
            <a:ext cx="11565091" cy="4664407"/>
          </a:xfrm>
          <a:solidFill>
            <a:schemeClr val="bg1">
              <a:lumMod val="95000"/>
            </a:schemeClr>
          </a:solidFill>
        </p:spPr>
        <p:txBody>
          <a:bodyPr/>
          <a:lstStyle>
            <a:lvl1pPr>
              <a:defRPr sz="2000"/>
            </a:lvl1pPr>
            <a:lvl2pPr>
              <a:buClr>
                <a:srgbClr val="00A499"/>
              </a:buClr>
              <a:defRPr sz="1800"/>
            </a:lvl2pPr>
            <a:lvl3pPr>
              <a:buClr>
                <a:srgbClr val="00A499"/>
              </a:buClr>
              <a:defRPr sz="1600"/>
            </a:lvl3pPr>
            <a:lvl4pPr>
              <a:buClr>
                <a:srgbClr val="00A499"/>
              </a:buClr>
              <a:defRPr sz="1400"/>
            </a:lvl4pPr>
            <a:lvl5pPr>
              <a:buClr>
                <a:srgbClr val="00A499"/>
              </a:buClr>
              <a:defRPr sz="1400"/>
            </a:lvl5pPr>
          </a:lstStyle>
          <a:p>
            <a:pPr lvl="0"/>
            <a:endParaRPr lang="cs-CZ" dirty="0"/>
          </a:p>
        </p:txBody>
      </p:sp>
      <p:sp>
        <p:nvSpPr>
          <p:cNvPr id="6" name="Slide Number Placeholder 5">
            <a:extLst>
              <a:ext uri="{FF2B5EF4-FFF2-40B4-BE49-F238E27FC236}">
                <a16:creationId xmlns:a16="http://schemas.microsoft.com/office/drawing/2014/main" id="{AF0B98FB-D470-F24C-9040-6BA593DF795C}"/>
              </a:ext>
            </a:extLst>
          </p:cNvPr>
          <p:cNvSpPr>
            <a:spLocks noGrp="1"/>
          </p:cNvSpPr>
          <p:nvPr>
            <p:ph type="sldNum" sz="quarter" idx="12"/>
          </p:nvPr>
        </p:nvSpPr>
        <p:spPr/>
        <p:txBody>
          <a:bodyPr/>
          <a:lstStyle>
            <a:lvl1pPr>
              <a:defRPr>
                <a:solidFill>
                  <a:schemeClr val="accent2"/>
                </a:solidFill>
              </a:defRPr>
            </a:lvl1pPr>
          </a:lstStyle>
          <a:p>
            <a:fld id="{E57EA1BE-92D9-9E4F-B3B9-F1A717F85676}" type="slidenum">
              <a:rPr lang="cs-CZ" smtClean="0"/>
              <a:pPr/>
              <a:t>‹#›</a:t>
            </a:fld>
            <a:endParaRPr lang="cs-CZ"/>
          </a:p>
        </p:txBody>
      </p:sp>
      <p:sp>
        <p:nvSpPr>
          <p:cNvPr id="7" name="Title 1">
            <a:extLst>
              <a:ext uri="{FF2B5EF4-FFF2-40B4-BE49-F238E27FC236}">
                <a16:creationId xmlns:a16="http://schemas.microsoft.com/office/drawing/2014/main" id="{710DB1F6-7C33-A216-334E-C1FD5DADC0EA}"/>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2" name="Zástupný symbol pro zápatí 4">
            <a:extLst>
              <a:ext uri="{FF2B5EF4-FFF2-40B4-BE49-F238E27FC236}">
                <a16:creationId xmlns:a16="http://schemas.microsoft.com/office/drawing/2014/main" id="{11A001E0-43A0-BE00-09EB-209DC6FD167A}"/>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2853514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adpis_2x obraz">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78488A-550B-FD44-870D-6B5F0CA0C2CF}"/>
              </a:ext>
            </a:extLst>
          </p:cNvPr>
          <p:cNvSpPr>
            <a:spLocks noGrp="1"/>
          </p:cNvSpPr>
          <p:nvPr>
            <p:ph sz="half" idx="1"/>
          </p:nvPr>
        </p:nvSpPr>
        <p:spPr>
          <a:xfrm>
            <a:off x="442913" y="1665288"/>
            <a:ext cx="5361420" cy="4664407"/>
          </a:xfrm>
          <a:solidFill>
            <a:schemeClr val="bg1">
              <a:lumMod val="95000"/>
            </a:schemeClr>
          </a:solidFill>
        </p:spPr>
        <p:txBody>
          <a:bodyPr/>
          <a:lstStyle>
            <a:lvl1pPr>
              <a:defRPr sz="2000"/>
            </a:lvl1pPr>
            <a:lvl2pPr>
              <a:buClr>
                <a:srgbClr val="00A499"/>
              </a:buClr>
              <a:defRPr sz="1800"/>
            </a:lvl2pPr>
            <a:lvl3pPr>
              <a:buClr>
                <a:srgbClr val="00A499"/>
              </a:buClr>
              <a:defRPr sz="1600"/>
            </a:lvl3pPr>
            <a:lvl4pPr>
              <a:buClr>
                <a:srgbClr val="00A499"/>
              </a:buClr>
              <a:defRPr sz="1400"/>
            </a:lvl4pPr>
            <a:lvl5pPr>
              <a:buClr>
                <a:srgbClr val="00A499"/>
              </a:buClr>
              <a:defRPr sz="1200"/>
            </a:lvl5pPr>
          </a:lstStyle>
          <a:p>
            <a:pPr lvl="0"/>
            <a:endParaRPr lang="cs-CZ"/>
          </a:p>
        </p:txBody>
      </p:sp>
      <p:sp>
        <p:nvSpPr>
          <p:cNvPr id="4" name="Content Placeholder 3">
            <a:extLst>
              <a:ext uri="{FF2B5EF4-FFF2-40B4-BE49-F238E27FC236}">
                <a16:creationId xmlns:a16="http://schemas.microsoft.com/office/drawing/2014/main" id="{7D3EBD61-1D0E-8247-8181-00E7B3992FDF}"/>
              </a:ext>
            </a:extLst>
          </p:cNvPr>
          <p:cNvSpPr>
            <a:spLocks noGrp="1"/>
          </p:cNvSpPr>
          <p:nvPr>
            <p:ph sz="half" idx="2"/>
          </p:nvPr>
        </p:nvSpPr>
        <p:spPr>
          <a:xfrm>
            <a:off x="6387668" y="1665288"/>
            <a:ext cx="5437188" cy="4664407"/>
          </a:xfrm>
          <a:solidFill>
            <a:schemeClr val="bg1">
              <a:lumMod val="95000"/>
            </a:schemeClr>
          </a:solidFill>
        </p:spPr>
        <p:txBody>
          <a:bodyPr/>
          <a:lstStyle>
            <a:lvl1pPr>
              <a:defRPr sz="2000"/>
            </a:lvl1pPr>
            <a:lvl2pPr>
              <a:buClr>
                <a:srgbClr val="00A499"/>
              </a:buClr>
              <a:defRPr sz="1800"/>
            </a:lvl2pPr>
            <a:lvl3pPr>
              <a:buClr>
                <a:srgbClr val="00A499"/>
              </a:buClr>
              <a:defRPr sz="1600"/>
            </a:lvl3pPr>
            <a:lvl4pPr>
              <a:buClr>
                <a:srgbClr val="00A499"/>
              </a:buClr>
              <a:defRPr sz="1400"/>
            </a:lvl4pPr>
            <a:lvl5pPr>
              <a:buClr>
                <a:srgbClr val="00A499"/>
              </a:buClr>
              <a:defRPr sz="1200"/>
            </a:lvl5pPr>
          </a:lstStyle>
          <a:p>
            <a:pPr lvl="0"/>
            <a:endParaRPr lang="cs-CZ" dirty="0"/>
          </a:p>
        </p:txBody>
      </p:sp>
      <p:sp>
        <p:nvSpPr>
          <p:cNvPr id="7" name="Slide Number Placeholder 6">
            <a:extLst>
              <a:ext uri="{FF2B5EF4-FFF2-40B4-BE49-F238E27FC236}">
                <a16:creationId xmlns:a16="http://schemas.microsoft.com/office/drawing/2014/main" id="{EEE8AC9C-BE73-C946-A793-2A1ADEE0ED67}"/>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6" name="Title 1">
            <a:extLst>
              <a:ext uri="{FF2B5EF4-FFF2-40B4-BE49-F238E27FC236}">
                <a16:creationId xmlns:a16="http://schemas.microsoft.com/office/drawing/2014/main" id="{86651A1D-7741-D6B9-4BA9-4738F5D1E2A5}"/>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5" name="Zástupný symbol pro zápatí 4">
            <a:extLst>
              <a:ext uri="{FF2B5EF4-FFF2-40B4-BE49-F238E27FC236}">
                <a16:creationId xmlns:a16="http://schemas.microsoft.com/office/drawing/2014/main" id="{9824FE3F-5507-3268-E013-89E37AD4744D}"/>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11448095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adpis_2x text_obraz">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BD582F-44EF-524C-AC03-6D30051AC955}"/>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7" name="Text Placeholder 2">
            <a:extLst>
              <a:ext uri="{FF2B5EF4-FFF2-40B4-BE49-F238E27FC236}">
                <a16:creationId xmlns:a16="http://schemas.microsoft.com/office/drawing/2014/main" id="{FDFABDED-4E6B-3BB1-54A4-14F9DD0FC2B2}"/>
              </a:ext>
            </a:extLst>
          </p:cNvPr>
          <p:cNvSpPr>
            <a:spLocks noGrp="1"/>
          </p:cNvSpPr>
          <p:nvPr>
            <p:ph type="body" idx="1"/>
          </p:nvPr>
        </p:nvSpPr>
        <p:spPr>
          <a:xfrm>
            <a:off x="442914" y="1677226"/>
            <a:ext cx="5309816" cy="671629"/>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
        <p:nvSpPr>
          <p:cNvPr id="8" name="Content Placeholder 3">
            <a:extLst>
              <a:ext uri="{FF2B5EF4-FFF2-40B4-BE49-F238E27FC236}">
                <a16:creationId xmlns:a16="http://schemas.microsoft.com/office/drawing/2014/main" id="{AA20BC7A-E62A-9682-6550-9355E331BEA3}"/>
              </a:ext>
            </a:extLst>
          </p:cNvPr>
          <p:cNvSpPr>
            <a:spLocks noGrp="1"/>
          </p:cNvSpPr>
          <p:nvPr>
            <p:ph sz="half" idx="2"/>
          </p:nvPr>
        </p:nvSpPr>
        <p:spPr>
          <a:xfrm>
            <a:off x="442913" y="2716567"/>
            <a:ext cx="5309817" cy="3613128"/>
          </a:xfrm>
          <a:prstGeom prst="rect">
            <a:avLst/>
          </a:prstGeom>
          <a:solidFill>
            <a:schemeClr val="bg1">
              <a:lumMod val="95000"/>
            </a:schemeClr>
          </a:solidFill>
        </p:spPr>
        <p:txBody>
          <a:bodyPr lIns="0"/>
          <a:lstStyle>
            <a:lvl1pPr>
              <a:buClr>
                <a:schemeClr val="tx2"/>
              </a:buClr>
              <a:defRPr sz="2000"/>
            </a:lvl1pPr>
            <a:lvl2pPr>
              <a:buClr>
                <a:schemeClr val="tx2"/>
              </a:buClr>
              <a:defRPr sz="1800"/>
            </a:lvl2pPr>
            <a:lvl3pPr>
              <a:buClr>
                <a:schemeClr val="tx2"/>
              </a:buClr>
              <a:defRPr sz="1600"/>
            </a:lvl3pPr>
            <a:lvl4pPr>
              <a:buClr>
                <a:schemeClr val="tx2"/>
              </a:buClr>
              <a:defRPr sz="1400"/>
            </a:lvl4pPr>
            <a:lvl5pPr>
              <a:buClr>
                <a:schemeClr val="tx2"/>
              </a:buClr>
              <a:defRPr sz="1200"/>
            </a:lvl5pPr>
          </a:lstStyle>
          <a:p>
            <a:pPr lvl="0"/>
            <a:endParaRPr lang="cs-CZ" dirty="0"/>
          </a:p>
        </p:txBody>
      </p:sp>
      <p:sp>
        <p:nvSpPr>
          <p:cNvPr id="11" name="Content Placeholder 5">
            <a:extLst>
              <a:ext uri="{FF2B5EF4-FFF2-40B4-BE49-F238E27FC236}">
                <a16:creationId xmlns:a16="http://schemas.microsoft.com/office/drawing/2014/main" id="{98CDEE0E-96A0-707C-D611-B49831B9A4CB}"/>
              </a:ext>
            </a:extLst>
          </p:cNvPr>
          <p:cNvSpPr>
            <a:spLocks noGrp="1"/>
          </p:cNvSpPr>
          <p:nvPr>
            <p:ph sz="quarter" idx="4"/>
          </p:nvPr>
        </p:nvSpPr>
        <p:spPr>
          <a:xfrm>
            <a:off x="6439272" y="2716567"/>
            <a:ext cx="5433236" cy="3613128"/>
          </a:xfrm>
          <a:prstGeom prst="rect">
            <a:avLst/>
          </a:prstGeom>
          <a:solidFill>
            <a:schemeClr val="bg1">
              <a:lumMod val="95000"/>
            </a:schemeClr>
          </a:solidFill>
        </p:spPr>
        <p:txBody>
          <a:bodyPr lIns="0"/>
          <a:lstStyle>
            <a:lvl1pPr>
              <a:buClr>
                <a:schemeClr val="tx2"/>
              </a:buClr>
              <a:defRPr sz="2000"/>
            </a:lvl1pPr>
            <a:lvl2pPr>
              <a:buClr>
                <a:schemeClr val="tx2"/>
              </a:buClr>
              <a:defRPr sz="1800"/>
            </a:lvl2pPr>
            <a:lvl3pPr>
              <a:buClr>
                <a:schemeClr val="tx2"/>
              </a:buClr>
              <a:defRPr sz="1600"/>
            </a:lvl3pPr>
            <a:lvl4pPr>
              <a:buClr>
                <a:schemeClr val="tx2"/>
              </a:buClr>
              <a:defRPr sz="1400"/>
            </a:lvl4pPr>
            <a:lvl5pPr>
              <a:buClr>
                <a:schemeClr val="tx2"/>
              </a:buClr>
              <a:defRPr sz="1200"/>
            </a:lvl5pPr>
          </a:lstStyle>
          <a:p>
            <a:pPr lvl="0"/>
            <a:endParaRPr lang="cs-CZ" dirty="0"/>
          </a:p>
        </p:txBody>
      </p:sp>
      <p:cxnSp>
        <p:nvCxnSpPr>
          <p:cNvPr id="14" name="Přímá spojnice 13">
            <a:extLst>
              <a:ext uri="{FF2B5EF4-FFF2-40B4-BE49-F238E27FC236}">
                <a16:creationId xmlns:a16="http://schemas.microsoft.com/office/drawing/2014/main" id="{FA49E80A-1A9C-2BF7-8DD1-EB698373F9D5}"/>
              </a:ext>
            </a:extLst>
          </p:cNvPr>
          <p:cNvCxnSpPr>
            <a:cxnSpLocks/>
          </p:cNvCxnSpPr>
          <p:nvPr userDrawn="1"/>
        </p:nvCxnSpPr>
        <p:spPr>
          <a:xfrm>
            <a:off x="6096000" y="1718772"/>
            <a:ext cx="0" cy="461092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F228AC1-9610-49AC-29B7-12974B7AB577}"/>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3" name="Zástupný symbol pro zápatí 4">
            <a:extLst>
              <a:ext uri="{FF2B5EF4-FFF2-40B4-BE49-F238E27FC236}">
                <a16:creationId xmlns:a16="http://schemas.microsoft.com/office/drawing/2014/main" id="{F38AF27D-8B73-36AF-5FB2-1D0EFF33867B}"/>
              </a:ext>
            </a:extLst>
          </p:cNvPr>
          <p:cNvSpPr>
            <a:spLocks noGrp="1"/>
          </p:cNvSpPr>
          <p:nvPr>
            <p:ph type="ftr" sz="quarter" idx="1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12" name="Text Placeholder 2">
            <a:extLst>
              <a:ext uri="{FF2B5EF4-FFF2-40B4-BE49-F238E27FC236}">
                <a16:creationId xmlns:a16="http://schemas.microsoft.com/office/drawing/2014/main" id="{067ED153-8FDF-A9B8-1E6D-6FC1ABC87874}"/>
              </a:ext>
            </a:extLst>
          </p:cNvPr>
          <p:cNvSpPr>
            <a:spLocks noGrp="1"/>
          </p:cNvSpPr>
          <p:nvPr>
            <p:ph type="body" idx="14"/>
          </p:nvPr>
        </p:nvSpPr>
        <p:spPr>
          <a:xfrm>
            <a:off x="6437313" y="1677226"/>
            <a:ext cx="5420465" cy="671629"/>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Tree>
    <p:extLst>
      <p:ext uri="{BB962C8B-B14F-4D97-AF65-F5344CB8AC3E}">
        <p14:creationId xmlns:p14="http://schemas.microsoft.com/office/powerpoint/2010/main" val="3135096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adpis_2x text_obraz_tex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BD582F-44EF-524C-AC03-6D30051AC955}"/>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8" name="Content Placeholder 3">
            <a:extLst>
              <a:ext uri="{FF2B5EF4-FFF2-40B4-BE49-F238E27FC236}">
                <a16:creationId xmlns:a16="http://schemas.microsoft.com/office/drawing/2014/main" id="{8928DF79-0EC7-F324-D441-3056672C1CC9}"/>
              </a:ext>
            </a:extLst>
          </p:cNvPr>
          <p:cNvSpPr>
            <a:spLocks noGrp="1"/>
          </p:cNvSpPr>
          <p:nvPr>
            <p:ph sz="half" idx="2"/>
          </p:nvPr>
        </p:nvSpPr>
        <p:spPr>
          <a:xfrm>
            <a:off x="442913" y="2707689"/>
            <a:ext cx="5309818" cy="1846202"/>
          </a:xfrm>
          <a:prstGeom prst="rect">
            <a:avLst/>
          </a:prstGeom>
          <a:solidFill>
            <a:schemeClr val="bg1">
              <a:lumMod val="95000"/>
            </a:schemeClr>
          </a:solidFill>
        </p:spPr>
        <p:txBody>
          <a:bodyPr lIns="0"/>
          <a:lstStyle>
            <a:lvl1pPr>
              <a:buClr>
                <a:schemeClr val="accent2"/>
              </a:buClr>
              <a:defRPr sz="2000"/>
            </a:lvl1pPr>
            <a:lvl2pPr>
              <a:buClr>
                <a:schemeClr val="accent2"/>
              </a:buClr>
              <a:defRPr sz="1800"/>
            </a:lvl2pPr>
            <a:lvl3pPr>
              <a:buClr>
                <a:schemeClr val="accent2"/>
              </a:buClr>
              <a:defRPr sz="1600"/>
            </a:lvl3pPr>
            <a:lvl4pPr>
              <a:buClr>
                <a:schemeClr val="accent2"/>
              </a:buClr>
              <a:defRPr sz="1400"/>
            </a:lvl4pPr>
            <a:lvl5pPr>
              <a:buClr>
                <a:schemeClr val="accent2"/>
              </a:buClr>
              <a:defRPr sz="1200"/>
            </a:lvl5pPr>
          </a:lstStyle>
          <a:p>
            <a:pPr lvl="0"/>
            <a:endParaRPr lang="cs-CZ" dirty="0"/>
          </a:p>
        </p:txBody>
      </p:sp>
      <p:sp>
        <p:nvSpPr>
          <p:cNvPr id="15" name="Content Placeholder 5">
            <a:extLst>
              <a:ext uri="{FF2B5EF4-FFF2-40B4-BE49-F238E27FC236}">
                <a16:creationId xmlns:a16="http://schemas.microsoft.com/office/drawing/2014/main" id="{E2413A61-142D-618D-CBC3-390A34DC37FE}"/>
              </a:ext>
            </a:extLst>
          </p:cNvPr>
          <p:cNvSpPr>
            <a:spLocks noGrp="1"/>
          </p:cNvSpPr>
          <p:nvPr>
            <p:ph sz="quarter" idx="4"/>
          </p:nvPr>
        </p:nvSpPr>
        <p:spPr>
          <a:xfrm>
            <a:off x="6439270" y="2707688"/>
            <a:ext cx="5433238" cy="1846202"/>
          </a:xfrm>
          <a:prstGeom prst="rect">
            <a:avLst/>
          </a:prstGeom>
          <a:solidFill>
            <a:schemeClr val="bg1">
              <a:lumMod val="95000"/>
            </a:schemeClr>
          </a:solidFill>
        </p:spPr>
        <p:txBody>
          <a:bodyPr lIns="0"/>
          <a:lstStyle>
            <a:lvl1pPr>
              <a:buClr>
                <a:schemeClr val="accent2"/>
              </a:buClr>
              <a:defRPr sz="2000"/>
            </a:lvl1pPr>
            <a:lvl2pPr>
              <a:buClr>
                <a:schemeClr val="accent2"/>
              </a:buClr>
              <a:defRPr sz="1800"/>
            </a:lvl2pPr>
            <a:lvl3pPr>
              <a:buClr>
                <a:schemeClr val="accent2"/>
              </a:buClr>
              <a:defRPr sz="1600"/>
            </a:lvl3pPr>
            <a:lvl4pPr>
              <a:buClr>
                <a:schemeClr val="accent2"/>
              </a:buClr>
              <a:defRPr sz="1400"/>
            </a:lvl4pPr>
            <a:lvl5pPr>
              <a:buClr>
                <a:schemeClr val="accent2"/>
              </a:buClr>
              <a:defRPr sz="1200"/>
            </a:lvl5pPr>
          </a:lstStyle>
          <a:p>
            <a:pPr lvl="0"/>
            <a:endParaRPr lang="cs-CZ" dirty="0"/>
          </a:p>
        </p:txBody>
      </p:sp>
      <p:sp>
        <p:nvSpPr>
          <p:cNvPr id="16" name="Text Placeholder 2">
            <a:extLst>
              <a:ext uri="{FF2B5EF4-FFF2-40B4-BE49-F238E27FC236}">
                <a16:creationId xmlns:a16="http://schemas.microsoft.com/office/drawing/2014/main" id="{2E69223A-127E-F9D9-8030-E15526FC66C4}"/>
              </a:ext>
            </a:extLst>
          </p:cNvPr>
          <p:cNvSpPr>
            <a:spLocks noGrp="1"/>
          </p:cNvSpPr>
          <p:nvPr>
            <p:ph type="body" idx="14"/>
          </p:nvPr>
        </p:nvSpPr>
        <p:spPr>
          <a:xfrm>
            <a:off x="442913" y="4882717"/>
            <a:ext cx="5309818" cy="1446977"/>
          </a:xfrm>
          <a:prstGeom prst="rect">
            <a:avLst/>
          </a:prstGeom>
        </p:spPr>
        <p:txBody>
          <a:bodyPr lIns="0" anchor="t">
            <a:noAutofit/>
          </a:bodyPr>
          <a:lstStyle>
            <a:lvl1pPr marL="0" indent="0">
              <a:buNone/>
              <a:defRPr sz="14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
        <p:nvSpPr>
          <p:cNvPr id="17" name="Text Placeholder 2">
            <a:extLst>
              <a:ext uri="{FF2B5EF4-FFF2-40B4-BE49-F238E27FC236}">
                <a16:creationId xmlns:a16="http://schemas.microsoft.com/office/drawing/2014/main" id="{3AA7C8AA-47AF-1348-F4E8-D1BD4B189760}"/>
              </a:ext>
            </a:extLst>
          </p:cNvPr>
          <p:cNvSpPr>
            <a:spLocks noGrp="1"/>
          </p:cNvSpPr>
          <p:nvPr>
            <p:ph type="body" idx="16"/>
          </p:nvPr>
        </p:nvSpPr>
        <p:spPr>
          <a:xfrm>
            <a:off x="6439271" y="4874625"/>
            <a:ext cx="5433238" cy="1446977"/>
          </a:xfrm>
          <a:prstGeom prst="rect">
            <a:avLst/>
          </a:prstGeom>
        </p:spPr>
        <p:txBody>
          <a:bodyPr lIns="0" anchor="t">
            <a:noAutofit/>
          </a:bodyPr>
          <a:lstStyle>
            <a:lvl1pPr marL="0" indent="0">
              <a:buNone/>
              <a:defRPr sz="14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cxnSp>
        <p:nvCxnSpPr>
          <p:cNvPr id="19" name="Přímá spojnice 18">
            <a:extLst>
              <a:ext uri="{FF2B5EF4-FFF2-40B4-BE49-F238E27FC236}">
                <a16:creationId xmlns:a16="http://schemas.microsoft.com/office/drawing/2014/main" id="{1B5486C7-5152-34DF-F4CD-2DE2842E223F}"/>
              </a:ext>
            </a:extLst>
          </p:cNvPr>
          <p:cNvCxnSpPr>
            <a:cxnSpLocks/>
          </p:cNvCxnSpPr>
          <p:nvPr userDrawn="1"/>
        </p:nvCxnSpPr>
        <p:spPr>
          <a:xfrm>
            <a:off x="6096000" y="1677226"/>
            <a:ext cx="0" cy="46524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4C05073-73FC-10D5-1DCD-ECAD31D253BE}"/>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3" name="Zástupný symbol pro zápatí 4">
            <a:extLst>
              <a:ext uri="{FF2B5EF4-FFF2-40B4-BE49-F238E27FC236}">
                <a16:creationId xmlns:a16="http://schemas.microsoft.com/office/drawing/2014/main" id="{944BC003-67CD-3634-83CB-F124A79947BE}"/>
              </a:ext>
            </a:extLst>
          </p:cNvPr>
          <p:cNvSpPr>
            <a:spLocks noGrp="1"/>
          </p:cNvSpPr>
          <p:nvPr>
            <p:ph type="ftr" sz="quarter" idx="17"/>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
        <p:nvSpPr>
          <p:cNvPr id="4" name="Text Placeholder 2">
            <a:extLst>
              <a:ext uri="{FF2B5EF4-FFF2-40B4-BE49-F238E27FC236}">
                <a16:creationId xmlns:a16="http://schemas.microsoft.com/office/drawing/2014/main" id="{4C1178A6-4F52-B1A8-C97A-CBD65DB06A80}"/>
              </a:ext>
            </a:extLst>
          </p:cNvPr>
          <p:cNvSpPr>
            <a:spLocks noGrp="1"/>
          </p:cNvSpPr>
          <p:nvPr>
            <p:ph type="body" idx="1"/>
          </p:nvPr>
        </p:nvSpPr>
        <p:spPr>
          <a:xfrm>
            <a:off x="442914" y="1677226"/>
            <a:ext cx="5309816" cy="671629"/>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
        <p:nvSpPr>
          <p:cNvPr id="5" name="Text Placeholder 2">
            <a:extLst>
              <a:ext uri="{FF2B5EF4-FFF2-40B4-BE49-F238E27FC236}">
                <a16:creationId xmlns:a16="http://schemas.microsoft.com/office/drawing/2014/main" id="{1460155F-A879-2B4A-909C-E4C1AEDF8D42}"/>
              </a:ext>
            </a:extLst>
          </p:cNvPr>
          <p:cNvSpPr>
            <a:spLocks noGrp="1"/>
          </p:cNvSpPr>
          <p:nvPr>
            <p:ph type="body" idx="18"/>
          </p:nvPr>
        </p:nvSpPr>
        <p:spPr>
          <a:xfrm>
            <a:off x="6437313" y="1677226"/>
            <a:ext cx="5420465" cy="671629"/>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Tree>
    <p:extLst>
      <p:ext uri="{BB962C8B-B14F-4D97-AF65-F5344CB8AC3E}">
        <p14:creationId xmlns:p14="http://schemas.microsoft.com/office/powerpoint/2010/main" val="35703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adpis_3x text_obraz_tex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BD582F-44EF-524C-AC03-6D30051AC955}"/>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6" name="Text Placeholder 2">
            <a:extLst>
              <a:ext uri="{FF2B5EF4-FFF2-40B4-BE49-F238E27FC236}">
                <a16:creationId xmlns:a16="http://schemas.microsoft.com/office/drawing/2014/main" id="{1DF28AE3-FF28-4C18-8E61-0EE500CC546B}"/>
              </a:ext>
            </a:extLst>
          </p:cNvPr>
          <p:cNvSpPr>
            <a:spLocks noGrp="1"/>
          </p:cNvSpPr>
          <p:nvPr>
            <p:ph type="body" idx="18"/>
          </p:nvPr>
        </p:nvSpPr>
        <p:spPr>
          <a:xfrm>
            <a:off x="4393476" y="1989137"/>
            <a:ext cx="3492583" cy="345690"/>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7" name="Content Placeholder 3">
            <a:extLst>
              <a:ext uri="{FF2B5EF4-FFF2-40B4-BE49-F238E27FC236}">
                <a16:creationId xmlns:a16="http://schemas.microsoft.com/office/drawing/2014/main" id="{17F3ECAC-4957-D27D-7F22-00D3719919A1}"/>
              </a:ext>
            </a:extLst>
          </p:cNvPr>
          <p:cNvSpPr>
            <a:spLocks noGrp="1"/>
          </p:cNvSpPr>
          <p:nvPr>
            <p:ph sz="half" idx="19"/>
          </p:nvPr>
        </p:nvSpPr>
        <p:spPr>
          <a:xfrm>
            <a:off x="4393476" y="2707689"/>
            <a:ext cx="3491778" cy="1784412"/>
          </a:xfrm>
          <a:prstGeom prst="rect">
            <a:avLst/>
          </a:prstGeom>
          <a:solidFill>
            <a:schemeClr val="bg1">
              <a:lumMod val="95000"/>
            </a:schemeClr>
          </a:solidFill>
        </p:spPr>
        <p:txBody>
          <a:bodyPr lIns="0"/>
          <a:lstStyle>
            <a:lvl1pPr>
              <a:defRPr sz="2000"/>
            </a:lvl1pPr>
            <a:lvl2pPr>
              <a:buClr>
                <a:srgbClr val="00A499"/>
              </a:buClr>
              <a:defRPr sz="1800"/>
            </a:lvl2pPr>
            <a:lvl3pPr>
              <a:buClr>
                <a:srgbClr val="00A499"/>
              </a:buClr>
              <a:defRPr sz="1600"/>
            </a:lvl3pPr>
            <a:lvl4pPr>
              <a:buClr>
                <a:srgbClr val="00A499"/>
              </a:buClr>
              <a:defRPr sz="1400"/>
            </a:lvl4pPr>
            <a:lvl5pPr>
              <a:defRPr sz="1200"/>
            </a:lvl5pPr>
          </a:lstStyle>
          <a:p>
            <a:pPr lvl="0"/>
            <a:endParaRPr lang="cs-CZ"/>
          </a:p>
        </p:txBody>
      </p:sp>
      <p:sp>
        <p:nvSpPr>
          <p:cNvPr id="8" name="Text Placeholder 2">
            <a:extLst>
              <a:ext uri="{FF2B5EF4-FFF2-40B4-BE49-F238E27FC236}">
                <a16:creationId xmlns:a16="http://schemas.microsoft.com/office/drawing/2014/main" id="{C3B69064-188F-9342-83E1-F19D38F12687}"/>
              </a:ext>
            </a:extLst>
          </p:cNvPr>
          <p:cNvSpPr>
            <a:spLocks noGrp="1"/>
          </p:cNvSpPr>
          <p:nvPr>
            <p:ph type="body" idx="20"/>
          </p:nvPr>
        </p:nvSpPr>
        <p:spPr>
          <a:xfrm>
            <a:off x="4392719" y="4864963"/>
            <a:ext cx="3492583" cy="1464732"/>
          </a:xfrm>
          <a:prstGeom prst="rect">
            <a:avLst/>
          </a:prstGeom>
        </p:spPr>
        <p:txBody>
          <a:bodyPr lIns="0" anchor="t">
            <a:noAutofit/>
          </a:bodyPr>
          <a:lstStyle>
            <a:lvl1pPr marL="0" indent="0">
              <a:buNone/>
              <a:defRPr sz="14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0" name="Text Placeholder 2">
            <a:extLst>
              <a:ext uri="{FF2B5EF4-FFF2-40B4-BE49-F238E27FC236}">
                <a16:creationId xmlns:a16="http://schemas.microsoft.com/office/drawing/2014/main" id="{88D1C61C-D3E9-F7A0-ABBF-3B3DEFB69E60}"/>
              </a:ext>
            </a:extLst>
          </p:cNvPr>
          <p:cNvSpPr>
            <a:spLocks noGrp="1"/>
          </p:cNvSpPr>
          <p:nvPr>
            <p:ph type="body" idx="21"/>
          </p:nvPr>
        </p:nvSpPr>
        <p:spPr>
          <a:xfrm>
            <a:off x="8370672" y="1989137"/>
            <a:ext cx="3492583" cy="345690"/>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3" name="Content Placeholder 3">
            <a:extLst>
              <a:ext uri="{FF2B5EF4-FFF2-40B4-BE49-F238E27FC236}">
                <a16:creationId xmlns:a16="http://schemas.microsoft.com/office/drawing/2014/main" id="{7696C249-D740-D9C3-4E38-27D22764894C}"/>
              </a:ext>
            </a:extLst>
          </p:cNvPr>
          <p:cNvSpPr>
            <a:spLocks noGrp="1"/>
          </p:cNvSpPr>
          <p:nvPr>
            <p:ph sz="half" idx="22"/>
          </p:nvPr>
        </p:nvSpPr>
        <p:spPr>
          <a:xfrm>
            <a:off x="8370672" y="2707689"/>
            <a:ext cx="3491778" cy="1784412"/>
          </a:xfrm>
          <a:prstGeom prst="rect">
            <a:avLst/>
          </a:prstGeom>
          <a:solidFill>
            <a:schemeClr val="bg1">
              <a:lumMod val="95000"/>
            </a:schemeClr>
          </a:solidFill>
        </p:spPr>
        <p:txBody>
          <a:bodyPr lIns="0"/>
          <a:lstStyle>
            <a:lvl1pPr>
              <a:defRPr sz="2000"/>
            </a:lvl1pPr>
            <a:lvl2pPr>
              <a:buClr>
                <a:srgbClr val="00A499"/>
              </a:buClr>
              <a:defRPr sz="1800"/>
            </a:lvl2pPr>
            <a:lvl3pPr>
              <a:buClr>
                <a:srgbClr val="00A499"/>
              </a:buClr>
              <a:defRPr sz="1600"/>
            </a:lvl3pPr>
            <a:lvl4pPr>
              <a:buClr>
                <a:srgbClr val="00A499"/>
              </a:buClr>
              <a:defRPr sz="1400"/>
            </a:lvl4pPr>
            <a:lvl5pPr>
              <a:defRPr sz="1200"/>
            </a:lvl5pPr>
          </a:lstStyle>
          <a:p>
            <a:pPr lvl="0"/>
            <a:endParaRPr lang="cs-CZ"/>
          </a:p>
        </p:txBody>
      </p:sp>
      <p:sp>
        <p:nvSpPr>
          <p:cNvPr id="14" name="Text Placeholder 2">
            <a:extLst>
              <a:ext uri="{FF2B5EF4-FFF2-40B4-BE49-F238E27FC236}">
                <a16:creationId xmlns:a16="http://schemas.microsoft.com/office/drawing/2014/main" id="{006D1F7C-DD00-EA9E-62DC-391959EFF7BB}"/>
              </a:ext>
            </a:extLst>
          </p:cNvPr>
          <p:cNvSpPr>
            <a:spLocks noGrp="1"/>
          </p:cNvSpPr>
          <p:nvPr>
            <p:ph type="body" idx="23"/>
          </p:nvPr>
        </p:nvSpPr>
        <p:spPr>
          <a:xfrm>
            <a:off x="8369915" y="4864963"/>
            <a:ext cx="3492583" cy="1464732"/>
          </a:xfrm>
          <a:prstGeom prst="rect">
            <a:avLst/>
          </a:prstGeom>
        </p:spPr>
        <p:txBody>
          <a:bodyPr lIns="0" anchor="t">
            <a:noAutofit/>
          </a:bodyPr>
          <a:lstStyle>
            <a:lvl1pPr marL="0" indent="0">
              <a:buNone/>
              <a:defRPr sz="14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5" name="Text Placeholder 2">
            <a:extLst>
              <a:ext uri="{FF2B5EF4-FFF2-40B4-BE49-F238E27FC236}">
                <a16:creationId xmlns:a16="http://schemas.microsoft.com/office/drawing/2014/main" id="{92B275FB-08A7-5468-A2E0-2985A5160579}"/>
              </a:ext>
            </a:extLst>
          </p:cNvPr>
          <p:cNvSpPr>
            <a:spLocks noGrp="1"/>
          </p:cNvSpPr>
          <p:nvPr>
            <p:ph type="body" idx="24"/>
          </p:nvPr>
        </p:nvSpPr>
        <p:spPr>
          <a:xfrm>
            <a:off x="442913" y="1989137"/>
            <a:ext cx="3492583" cy="345690"/>
          </a:xfrm>
          <a:prstGeom prst="rect">
            <a:avLst/>
          </a:prstGeom>
        </p:spPr>
        <p:txBody>
          <a:bodyPr lIns="0" anchor="ctr">
            <a:noAutofit/>
          </a:bodyPr>
          <a:lstStyle>
            <a:lvl1pPr marL="0" indent="0">
              <a:buNone/>
              <a:defRPr sz="20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6" name="Content Placeholder 3">
            <a:extLst>
              <a:ext uri="{FF2B5EF4-FFF2-40B4-BE49-F238E27FC236}">
                <a16:creationId xmlns:a16="http://schemas.microsoft.com/office/drawing/2014/main" id="{1599F852-6D4B-F684-4045-E08F3F0CDBD6}"/>
              </a:ext>
            </a:extLst>
          </p:cNvPr>
          <p:cNvSpPr>
            <a:spLocks noGrp="1"/>
          </p:cNvSpPr>
          <p:nvPr>
            <p:ph sz="half" idx="25"/>
          </p:nvPr>
        </p:nvSpPr>
        <p:spPr>
          <a:xfrm>
            <a:off x="442913" y="2707689"/>
            <a:ext cx="3491778" cy="1784412"/>
          </a:xfrm>
          <a:prstGeom prst="rect">
            <a:avLst/>
          </a:prstGeom>
          <a:solidFill>
            <a:schemeClr val="bg1">
              <a:lumMod val="95000"/>
            </a:schemeClr>
          </a:solidFill>
        </p:spPr>
        <p:txBody>
          <a:bodyPr lIns="0"/>
          <a:lstStyle>
            <a:lvl1pPr>
              <a:defRPr sz="2000"/>
            </a:lvl1pPr>
            <a:lvl2pPr>
              <a:buClr>
                <a:srgbClr val="00A499"/>
              </a:buClr>
              <a:defRPr sz="1800"/>
            </a:lvl2pPr>
            <a:lvl3pPr>
              <a:buClr>
                <a:srgbClr val="00A499"/>
              </a:buClr>
              <a:defRPr sz="1600"/>
            </a:lvl3pPr>
            <a:lvl4pPr>
              <a:buClr>
                <a:srgbClr val="00A499"/>
              </a:buClr>
              <a:defRPr sz="1400"/>
            </a:lvl4pPr>
            <a:lvl5pPr>
              <a:defRPr sz="1200"/>
            </a:lvl5pPr>
          </a:lstStyle>
          <a:p>
            <a:pPr lvl="0"/>
            <a:endParaRPr lang="cs-CZ"/>
          </a:p>
        </p:txBody>
      </p:sp>
      <p:sp>
        <p:nvSpPr>
          <p:cNvPr id="17" name="Text Placeholder 2">
            <a:extLst>
              <a:ext uri="{FF2B5EF4-FFF2-40B4-BE49-F238E27FC236}">
                <a16:creationId xmlns:a16="http://schemas.microsoft.com/office/drawing/2014/main" id="{8B4A940C-5014-2E18-36C7-2D09727F9961}"/>
              </a:ext>
            </a:extLst>
          </p:cNvPr>
          <p:cNvSpPr>
            <a:spLocks noGrp="1"/>
          </p:cNvSpPr>
          <p:nvPr>
            <p:ph type="body" idx="26"/>
          </p:nvPr>
        </p:nvSpPr>
        <p:spPr>
          <a:xfrm>
            <a:off x="442156" y="4864963"/>
            <a:ext cx="3492583" cy="1464732"/>
          </a:xfrm>
          <a:prstGeom prst="rect">
            <a:avLst/>
          </a:prstGeom>
        </p:spPr>
        <p:txBody>
          <a:bodyPr lIns="0" anchor="t">
            <a:noAutofit/>
          </a:bodyPr>
          <a:lstStyle>
            <a:lvl1pPr marL="0" indent="0">
              <a:buNone/>
              <a:defRPr sz="1400" b="0" i="0">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 name="Title 1">
            <a:extLst>
              <a:ext uri="{FF2B5EF4-FFF2-40B4-BE49-F238E27FC236}">
                <a16:creationId xmlns:a16="http://schemas.microsoft.com/office/drawing/2014/main" id="{C3BC8FD4-0F61-E1ED-4724-A3894A7541D9}"/>
              </a:ext>
            </a:extLst>
          </p:cNvPr>
          <p:cNvSpPr txBox="1">
            <a:spLocks/>
          </p:cNvSpPr>
          <p:nvPr userDrawn="1"/>
        </p:nvSpPr>
        <p:spPr>
          <a:xfrm>
            <a:off x="442913" y="818652"/>
            <a:ext cx="11414878" cy="846636"/>
          </a:xfrm>
          <a:prstGeom prst="rect">
            <a:avLst/>
          </a:prstGeom>
        </p:spPr>
        <p:txBody>
          <a:bodyPr vert="horz" lIns="0" tIns="45720" rIns="91440" bIns="45720" rtlCol="0" anchor="t" anchorCtr="0">
            <a:normAutofit/>
          </a:bodyPr>
          <a:lstStyle>
            <a:lvl1pPr algn="l" defTabSz="914400" rtl="0" eaLnBrk="1" latinLnBrk="0" hangingPunct="1">
              <a:lnSpc>
                <a:spcPct val="90000"/>
              </a:lnSpc>
              <a:spcBef>
                <a:spcPct val="0"/>
              </a:spcBef>
              <a:buNone/>
              <a:defRPr sz="2800" b="1" i="0" kern="1200">
                <a:solidFill>
                  <a:schemeClr val="tx2"/>
                </a:solidFill>
                <a:latin typeface="Calibri" panose="020F0502020204030204" pitchFamily="34" charset="0"/>
                <a:ea typeface="+mj-ea"/>
                <a:cs typeface="Calibri" panose="020F0502020204030204" pitchFamily="34" charset="0"/>
              </a:defRPr>
            </a:lvl1pPr>
          </a:lstStyle>
          <a:p>
            <a:r>
              <a:rPr lang="cs-CZ" dirty="0">
                <a:solidFill>
                  <a:schemeClr val="accent2"/>
                </a:solidFill>
              </a:rPr>
              <a:t>KLIKNUTÍM LZE UPRAVIT STYL.</a:t>
            </a:r>
          </a:p>
        </p:txBody>
      </p:sp>
      <p:sp>
        <p:nvSpPr>
          <p:cNvPr id="3" name="Zástupný symbol pro zápatí 4">
            <a:extLst>
              <a:ext uri="{FF2B5EF4-FFF2-40B4-BE49-F238E27FC236}">
                <a16:creationId xmlns:a16="http://schemas.microsoft.com/office/drawing/2014/main" id="{A89BA3CE-E6A6-70AF-5F6C-15AED1FF1372}"/>
              </a:ext>
            </a:extLst>
          </p:cNvPr>
          <p:cNvSpPr>
            <a:spLocks noGrp="1"/>
          </p:cNvSpPr>
          <p:nvPr>
            <p:ph type="ftr" sz="quarter" idx="3"/>
          </p:nvPr>
        </p:nvSpPr>
        <p:spPr>
          <a:xfrm>
            <a:off x="443883" y="6332333"/>
            <a:ext cx="3487510"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spTree>
    <p:extLst>
      <p:ext uri="{BB962C8B-B14F-4D97-AF65-F5344CB8AC3E}">
        <p14:creationId xmlns:p14="http://schemas.microsoft.com/office/powerpoint/2010/main" val="9495013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logo">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253978-B0A2-9346-AEA0-9BBC0215B6FE}"/>
              </a:ext>
            </a:extLst>
          </p:cNvPr>
          <p:cNvSpPr>
            <a:spLocks noGrp="1"/>
          </p:cNvSpPr>
          <p:nvPr>
            <p:ph type="sldNum" sz="quarter" idx="12"/>
          </p:nvPr>
        </p:nvSpPr>
        <p:spPr/>
        <p:txBody>
          <a:bodyPr/>
          <a:lstStyle/>
          <a:p>
            <a:fld id="{E57EA1BE-92D9-9E4F-B3B9-F1A717F85676}" type="slidenum">
              <a:rPr lang="cs-CZ" smtClean="0"/>
              <a:t>‹#›</a:t>
            </a:fld>
            <a:endParaRPr lang="cs-CZ"/>
          </a:p>
        </p:txBody>
      </p:sp>
      <p:sp>
        <p:nvSpPr>
          <p:cNvPr id="2" name="Obdélník 1">
            <a:extLst>
              <a:ext uri="{FF2B5EF4-FFF2-40B4-BE49-F238E27FC236}">
                <a16:creationId xmlns:a16="http://schemas.microsoft.com/office/drawing/2014/main" id="{30CB9004-6AEC-5A57-9452-E40D3646FEA7}"/>
              </a:ext>
            </a:extLst>
          </p:cNvPr>
          <p:cNvSpPr/>
          <p:nvPr userDrawn="1"/>
        </p:nvSpPr>
        <p:spPr>
          <a:xfrm>
            <a:off x="155208" y="6219372"/>
            <a:ext cx="540072" cy="4500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Tree>
    <p:extLst>
      <p:ext uri="{BB962C8B-B14F-4D97-AF65-F5344CB8AC3E}">
        <p14:creationId xmlns:p14="http://schemas.microsoft.com/office/powerpoint/2010/main" val="13030076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ředělový snímek A">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88C20EF2-FC6E-9BD0-663B-A55F33257486}"/>
              </a:ext>
            </a:extLst>
          </p:cNvPr>
          <p:cNvSpPr/>
          <p:nvPr userDrawn="1"/>
        </p:nvSpPr>
        <p:spPr>
          <a:xfrm>
            <a:off x="-231" y="0"/>
            <a:ext cx="12254144" cy="6939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8" name="Text Placeholder 2">
            <a:extLst>
              <a:ext uri="{FF2B5EF4-FFF2-40B4-BE49-F238E27FC236}">
                <a16:creationId xmlns:a16="http://schemas.microsoft.com/office/drawing/2014/main" id="{6E7C7D81-276D-B67F-EAF4-9C76997D53EC}"/>
              </a:ext>
            </a:extLst>
          </p:cNvPr>
          <p:cNvSpPr>
            <a:spLocks noGrp="1"/>
          </p:cNvSpPr>
          <p:nvPr>
            <p:ph type="body" idx="18"/>
          </p:nvPr>
        </p:nvSpPr>
        <p:spPr>
          <a:xfrm>
            <a:off x="530582" y="4543848"/>
            <a:ext cx="4847664" cy="1823003"/>
          </a:xfrm>
        </p:spPr>
        <p:txBody>
          <a:bodyPr anchor="t">
            <a:noAutofit/>
          </a:bodyPr>
          <a:lstStyle>
            <a:lvl1pPr marL="0" indent="0">
              <a:buNone/>
              <a:defRPr sz="1800" b="0" i="0">
                <a:solidFill>
                  <a:schemeClr val="bg1"/>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
        <p:nvSpPr>
          <p:cNvPr id="9" name="Text Placeholder 2">
            <a:extLst>
              <a:ext uri="{FF2B5EF4-FFF2-40B4-BE49-F238E27FC236}">
                <a16:creationId xmlns:a16="http://schemas.microsoft.com/office/drawing/2014/main" id="{CFBE09D2-B533-F086-8FBD-ADFDE6E9A5B5}"/>
              </a:ext>
            </a:extLst>
          </p:cNvPr>
          <p:cNvSpPr>
            <a:spLocks noGrp="1"/>
          </p:cNvSpPr>
          <p:nvPr>
            <p:ph type="body" idx="19"/>
          </p:nvPr>
        </p:nvSpPr>
        <p:spPr>
          <a:xfrm>
            <a:off x="530583" y="2021603"/>
            <a:ext cx="4847663" cy="2165932"/>
          </a:xfrm>
        </p:spPr>
        <p:txBody>
          <a:bodyPr anchor="b" anchorCtr="0">
            <a:noAutofit/>
          </a:bodyPr>
          <a:lstStyle>
            <a:lvl1pPr marL="0" indent="0">
              <a:buNone/>
              <a:defRPr sz="3600" b="1" i="0">
                <a:solidFill>
                  <a:schemeClr val="bg1"/>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dirty="0"/>
              <a:t>Po kliknutí můžete upravovat styly textu v předloze.</a:t>
            </a:r>
          </a:p>
        </p:txBody>
      </p:sp>
      <p:sp>
        <p:nvSpPr>
          <p:cNvPr id="10" name="Zástupný symbol obrázku 2">
            <a:extLst>
              <a:ext uri="{FF2B5EF4-FFF2-40B4-BE49-F238E27FC236}">
                <a16:creationId xmlns:a16="http://schemas.microsoft.com/office/drawing/2014/main" id="{8E3DDB00-5293-5F36-2291-C0C8F5512452}"/>
              </a:ext>
            </a:extLst>
          </p:cNvPr>
          <p:cNvSpPr>
            <a:spLocks noGrp="1"/>
          </p:cNvSpPr>
          <p:nvPr>
            <p:ph type="pic" sz="quarter" idx="20"/>
          </p:nvPr>
        </p:nvSpPr>
        <p:spPr>
          <a:xfrm>
            <a:off x="6096000" y="0"/>
            <a:ext cx="6157913" cy="6858000"/>
          </a:xfrm>
        </p:spPr>
        <p:txBody>
          <a:bodyPr/>
          <a:lstStyle/>
          <a:p>
            <a:endParaRPr lang="cs-CZ"/>
          </a:p>
        </p:txBody>
      </p:sp>
      <p:cxnSp>
        <p:nvCxnSpPr>
          <p:cNvPr id="2" name="Přímá spojnice 1">
            <a:extLst>
              <a:ext uri="{FF2B5EF4-FFF2-40B4-BE49-F238E27FC236}">
                <a16:creationId xmlns:a16="http://schemas.microsoft.com/office/drawing/2014/main" id="{F96D2D60-5493-7E28-75C8-BA81FF87651E}"/>
              </a:ext>
            </a:extLst>
          </p:cNvPr>
          <p:cNvCxnSpPr>
            <a:cxnSpLocks/>
          </p:cNvCxnSpPr>
          <p:nvPr userDrawn="1"/>
        </p:nvCxnSpPr>
        <p:spPr>
          <a:xfrm>
            <a:off x="530582" y="2021603"/>
            <a:ext cx="1244842" cy="0"/>
          </a:xfrm>
          <a:prstGeom prst="line">
            <a:avLst/>
          </a:prstGeom>
          <a:ln w="50800">
            <a:solidFill>
              <a:schemeClr val="bg2"/>
            </a:solidFill>
          </a:ln>
        </p:spPr>
        <p:style>
          <a:lnRef idx="1">
            <a:schemeClr val="accent1"/>
          </a:lnRef>
          <a:fillRef idx="0">
            <a:schemeClr val="accent1"/>
          </a:fillRef>
          <a:effectRef idx="0">
            <a:schemeClr val="accent1"/>
          </a:effectRef>
          <a:fontRef idx="minor">
            <a:schemeClr val="tx1"/>
          </a:fontRef>
        </p:style>
      </p:cxnSp>
      <p:pic>
        <p:nvPicPr>
          <p:cNvPr id="4" name="Obrázek 3">
            <a:extLst>
              <a:ext uri="{FF2B5EF4-FFF2-40B4-BE49-F238E27FC236}">
                <a16:creationId xmlns:a16="http://schemas.microsoft.com/office/drawing/2014/main" id="{D410B76E-5E57-2D65-2C53-99E43D7672B3}"/>
              </a:ext>
            </a:extLst>
          </p:cNvPr>
          <p:cNvPicPr>
            <a:picLocks noChangeAspect="1"/>
          </p:cNvPicPr>
          <p:nvPr userDrawn="1"/>
        </p:nvPicPr>
        <p:blipFill>
          <a:blip r:embed="rId2"/>
          <a:stretch>
            <a:fillRect/>
          </a:stretch>
        </p:blipFill>
        <p:spPr>
          <a:xfrm>
            <a:off x="227013" y="277813"/>
            <a:ext cx="2115000" cy="270000"/>
          </a:xfrm>
          <a:prstGeom prst="rect">
            <a:avLst/>
          </a:prstGeom>
        </p:spPr>
      </p:pic>
    </p:spTree>
    <p:extLst>
      <p:ext uri="{BB962C8B-B14F-4D97-AF65-F5344CB8AC3E}">
        <p14:creationId xmlns:p14="http://schemas.microsoft.com/office/powerpoint/2010/main" val="28775629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ředělový snímek B">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3CEA11-0D14-DBB2-E3E1-819A45E7071B}"/>
              </a:ext>
            </a:extLst>
          </p:cNvPr>
          <p:cNvSpPr>
            <a:spLocks noGrp="1"/>
          </p:cNvSpPr>
          <p:nvPr>
            <p:ph type="sldNum" sz="quarter" idx="12"/>
          </p:nvPr>
        </p:nvSpPr>
        <p:spPr>
          <a:xfrm>
            <a:off x="11470726" y="6329695"/>
            <a:ext cx="401782" cy="302225"/>
          </a:xfrm>
        </p:spPr>
        <p:txBody>
          <a:bodyPr/>
          <a:lstStyle/>
          <a:p>
            <a:fld id="{E57EA1BE-92D9-9E4F-B3B9-F1A717F85676}" type="slidenum">
              <a:rPr lang="cs-CZ" smtClean="0"/>
              <a:t>‹#›</a:t>
            </a:fld>
            <a:endParaRPr lang="cs-CZ"/>
          </a:p>
        </p:txBody>
      </p:sp>
      <p:sp>
        <p:nvSpPr>
          <p:cNvPr id="8" name="Text Placeholder 2">
            <a:extLst>
              <a:ext uri="{FF2B5EF4-FFF2-40B4-BE49-F238E27FC236}">
                <a16:creationId xmlns:a16="http://schemas.microsoft.com/office/drawing/2014/main" id="{7DE26B0C-8147-CFB2-4195-ED77EB00A51E}"/>
              </a:ext>
            </a:extLst>
          </p:cNvPr>
          <p:cNvSpPr>
            <a:spLocks noGrp="1"/>
          </p:cNvSpPr>
          <p:nvPr>
            <p:ph type="body" idx="18"/>
          </p:nvPr>
        </p:nvSpPr>
        <p:spPr>
          <a:xfrm>
            <a:off x="6822141" y="4187535"/>
            <a:ext cx="5050366" cy="1402774"/>
          </a:xfrm>
        </p:spPr>
        <p:txBody>
          <a:bodyPr anchor="t">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9" name="Text Placeholder 2">
            <a:extLst>
              <a:ext uri="{FF2B5EF4-FFF2-40B4-BE49-F238E27FC236}">
                <a16:creationId xmlns:a16="http://schemas.microsoft.com/office/drawing/2014/main" id="{1390510E-6396-DD88-3137-F6EA93B02929}"/>
              </a:ext>
            </a:extLst>
          </p:cNvPr>
          <p:cNvSpPr>
            <a:spLocks noGrp="1"/>
          </p:cNvSpPr>
          <p:nvPr>
            <p:ph type="body" idx="19"/>
          </p:nvPr>
        </p:nvSpPr>
        <p:spPr>
          <a:xfrm>
            <a:off x="6822142" y="1995056"/>
            <a:ext cx="5050366" cy="1747865"/>
          </a:xfrm>
        </p:spPr>
        <p:txBody>
          <a:bodyPr anchor="b" anchorCtr="0">
            <a:noAutofit/>
          </a:bodyPr>
          <a:lstStyle>
            <a:lvl1pPr marL="0" indent="0">
              <a:buNone/>
              <a:defRPr sz="3600" b="1" i="0">
                <a:solidFill>
                  <a:schemeClr val="accent2"/>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0" name="Zástupný symbol obrázku 2">
            <a:extLst>
              <a:ext uri="{FF2B5EF4-FFF2-40B4-BE49-F238E27FC236}">
                <a16:creationId xmlns:a16="http://schemas.microsoft.com/office/drawing/2014/main" id="{7BB03A56-8EC9-C39E-5758-44B28F551C70}"/>
              </a:ext>
            </a:extLst>
          </p:cNvPr>
          <p:cNvSpPr>
            <a:spLocks noGrp="1"/>
          </p:cNvSpPr>
          <p:nvPr>
            <p:ph type="pic" sz="quarter" idx="20"/>
          </p:nvPr>
        </p:nvSpPr>
        <p:spPr>
          <a:xfrm>
            <a:off x="0" y="0"/>
            <a:ext cx="6157913" cy="6858000"/>
          </a:xfrm>
          <a:solidFill>
            <a:schemeClr val="bg1">
              <a:lumMod val="95000"/>
            </a:schemeClr>
          </a:solidFill>
        </p:spPr>
        <p:txBody>
          <a:bodyPr/>
          <a:lstStyle/>
          <a:p>
            <a:endParaRPr lang="cs-CZ"/>
          </a:p>
        </p:txBody>
      </p:sp>
      <p:cxnSp>
        <p:nvCxnSpPr>
          <p:cNvPr id="11" name="Přímá spojnice 10">
            <a:extLst>
              <a:ext uri="{FF2B5EF4-FFF2-40B4-BE49-F238E27FC236}">
                <a16:creationId xmlns:a16="http://schemas.microsoft.com/office/drawing/2014/main" id="{836AA23A-743C-AD76-2FE7-E278843915F0}"/>
              </a:ext>
            </a:extLst>
          </p:cNvPr>
          <p:cNvCxnSpPr>
            <a:cxnSpLocks/>
          </p:cNvCxnSpPr>
          <p:nvPr userDrawn="1"/>
        </p:nvCxnSpPr>
        <p:spPr>
          <a:xfrm>
            <a:off x="6822141" y="2021603"/>
            <a:ext cx="1434147"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Obrázek 3">
            <a:extLst>
              <a:ext uri="{FF2B5EF4-FFF2-40B4-BE49-F238E27FC236}">
                <a16:creationId xmlns:a16="http://schemas.microsoft.com/office/drawing/2014/main" id="{37F177BD-BA4F-79E9-2610-29DC7895064F}"/>
              </a:ext>
            </a:extLst>
          </p:cNvPr>
          <p:cNvPicPr>
            <a:picLocks noChangeAspect="1"/>
          </p:cNvPicPr>
          <p:nvPr userDrawn="1"/>
        </p:nvPicPr>
        <p:blipFill>
          <a:blip r:embed="rId2"/>
          <a:stretch>
            <a:fillRect/>
          </a:stretch>
        </p:blipFill>
        <p:spPr>
          <a:xfrm>
            <a:off x="9021672" y="6329695"/>
            <a:ext cx="2115000" cy="270000"/>
          </a:xfrm>
          <a:prstGeom prst="rect">
            <a:avLst/>
          </a:prstGeom>
        </p:spPr>
      </p:pic>
    </p:spTree>
    <p:extLst>
      <p:ext uri="{BB962C8B-B14F-4D97-AF65-F5344CB8AC3E}">
        <p14:creationId xmlns:p14="http://schemas.microsoft.com/office/powerpoint/2010/main" val="19575434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ůležitá informace">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56625715-5DF7-6401-6BBF-D2B719D58810}"/>
              </a:ext>
            </a:extLst>
          </p:cNvPr>
          <p:cNvSpPr>
            <a:spLocks noGrp="1"/>
          </p:cNvSpPr>
          <p:nvPr>
            <p:ph type="body" idx="19"/>
          </p:nvPr>
        </p:nvSpPr>
        <p:spPr>
          <a:xfrm>
            <a:off x="2857500" y="2519082"/>
            <a:ext cx="5729288" cy="3053042"/>
          </a:xfrm>
        </p:spPr>
        <p:txBody>
          <a:bodyPr anchor="t" anchorCtr="0">
            <a:noAutofit/>
          </a:bodyPr>
          <a:lstStyle>
            <a:lvl1pPr marL="0" indent="0">
              <a:buNone/>
              <a:defRPr sz="4400" b="1" i="0">
                <a:solidFill>
                  <a:schemeClr val="accent2"/>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cxnSp>
        <p:nvCxnSpPr>
          <p:cNvPr id="8" name="Přímá spojnice 7">
            <a:extLst>
              <a:ext uri="{FF2B5EF4-FFF2-40B4-BE49-F238E27FC236}">
                <a16:creationId xmlns:a16="http://schemas.microsoft.com/office/drawing/2014/main" id="{4C8E1D43-75CE-9DF2-C7D5-ADAD321F64B2}"/>
              </a:ext>
            </a:extLst>
          </p:cNvPr>
          <p:cNvCxnSpPr>
            <a:cxnSpLocks/>
          </p:cNvCxnSpPr>
          <p:nvPr userDrawn="1"/>
        </p:nvCxnSpPr>
        <p:spPr>
          <a:xfrm>
            <a:off x="2512738" y="1998771"/>
            <a:ext cx="0" cy="3573353"/>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7EEDF6EB-F5C5-4694-45B2-BF27A6643F23}"/>
              </a:ext>
            </a:extLst>
          </p:cNvPr>
          <p:cNvSpPr>
            <a:spLocks noGrp="1"/>
          </p:cNvSpPr>
          <p:nvPr>
            <p:ph type="body" idx="20" hasCustomPrompt="1"/>
          </p:nvPr>
        </p:nvSpPr>
        <p:spPr>
          <a:xfrm>
            <a:off x="2857500" y="2008093"/>
            <a:ext cx="5729288" cy="510989"/>
          </a:xfrm>
        </p:spPr>
        <p:txBody>
          <a:bodyPr anchor="t" anchorCtr="0">
            <a:noAutofit/>
          </a:bodyPr>
          <a:lstStyle>
            <a:lvl1pPr marL="0" indent="0">
              <a:buNone/>
              <a:defRPr sz="2400" b="0" i="0">
                <a:solidFill>
                  <a:schemeClr val="accent2"/>
                </a:solidFill>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FAKT</a:t>
            </a:r>
          </a:p>
        </p:txBody>
      </p:sp>
      <p:sp>
        <p:nvSpPr>
          <p:cNvPr id="10" name="Zástupný symbol pro zápatí 4">
            <a:extLst>
              <a:ext uri="{FF2B5EF4-FFF2-40B4-BE49-F238E27FC236}">
                <a16:creationId xmlns:a16="http://schemas.microsoft.com/office/drawing/2014/main" id="{18D9C981-B009-E7BD-340C-5CFD2B2F836A}"/>
              </a:ext>
            </a:extLst>
          </p:cNvPr>
          <p:cNvSpPr>
            <a:spLocks noGrp="1"/>
          </p:cNvSpPr>
          <p:nvPr>
            <p:ph type="ftr" sz="quarter" idx="3"/>
          </p:nvPr>
        </p:nvSpPr>
        <p:spPr>
          <a:xfrm>
            <a:off x="443883" y="6332333"/>
            <a:ext cx="3491822" cy="299588"/>
          </a:xfrm>
          <a:prstGeom prst="rect">
            <a:avLst/>
          </a:prstGeom>
        </p:spPr>
        <p:txBody>
          <a:bodyPr vert="horz" lIns="0" tIns="45720" rIns="91440" bIns="45720" rtlCol="0" anchor="ctr"/>
          <a:lstStyle>
            <a:lvl1pPr algn="l">
              <a:defRPr sz="1200">
                <a:solidFill>
                  <a:schemeClr val="accent2"/>
                </a:solidFill>
              </a:defRPr>
            </a:lvl1pPr>
          </a:lstStyle>
          <a:p>
            <a:endParaRPr lang="cs-CZ" dirty="0"/>
          </a:p>
        </p:txBody>
      </p:sp>
    </p:spTree>
    <p:extLst>
      <p:ext uri="{BB962C8B-B14F-4D97-AF65-F5344CB8AC3E}">
        <p14:creationId xmlns:p14="http://schemas.microsoft.com/office/powerpoint/2010/main" val="37015234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Úvodní snímek A">
    <p:spTree>
      <p:nvGrpSpPr>
        <p:cNvPr id="1" name=""/>
        <p:cNvGrpSpPr/>
        <p:nvPr/>
      </p:nvGrpSpPr>
      <p:grpSpPr>
        <a:xfrm>
          <a:off x="0" y="0"/>
          <a:ext cx="0" cy="0"/>
          <a:chOff x="0" y="0"/>
          <a:chExt cx="0" cy="0"/>
        </a:xfrm>
      </p:grpSpPr>
      <p:sp>
        <p:nvSpPr>
          <p:cNvPr id="4" name="Zástupný symbol obrázku 3">
            <a:extLst>
              <a:ext uri="{FF2B5EF4-FFF2-40B4-BE49-F238E27FC236}">
                <a16:creationId xmlns:a16="http://schemas.microsoft.com/office/drawing/2014/main" id="{F6443C07-C9AA-4BC7-3581-CB914352557F}"/>
              </a:ext>
            </a:extLst>
          </p:cNvPr>
          <p:cNvSpPr>
            <a:spLocks noGrp="1"/>
          </p:cNvSpPr>
          <p:nvPr>
            <p:ph type="pic" sz="quarter" idx="10"/>
          </p:nvPr>
        </p:nvSpPr>
        <p:spPr>
          <a:xfrm>
            <a:off x="6096000" y="0"/>
            <a:ext cx="6096000" cy="6858000"/>
          </a:xfrm>
          <a:solidFill>
            <a:schemeClr val="accent6"/>
          </a:solidFill>
        </p:spPr>
        <p:txBody>
          <a:bodyPr/>
          <a:lstStyle/>
          <a:p>
            <a:endParaRPr lang="cs-CZ"/>
          </a:p>
        </p:txBody>
      </p:sp>
      <p:sp>
        <p:nvSpPr>
          <p:cNvPr id="3" name="Title Placeholder 1">
            <a:extLst>
              <a:ext uri="{FF2B5EF4-FFF2-40B4-BE49-F238E27FC236}">
                <a16:creationId xmlns:a16="http://schemas.microsoft.com/office/drawing/2014/main" id="{A204902E-A192-FE2C-6BB1-DB9306A86869}"/>
              </a:ext>
            </a:extLst>
          </p:cNvPr>
          <p:cNvSpPr>
            <a:spLocks noGrp="1"/>
          </p:cNvSpPr>
          <p:nvPr>
            <p:ph type="title"/>
          </p:nvPr>
        </p:nvSpPr>
        <p:spPr>
          <a:xfrm>
            <a:off x="695326" y="2708904"/>
            <a:ext cx="3942662" cy="2324468"/>
          </a:xfrm>
          <a:prstGeom prst="rect">
            <a:avLst/>
          </a:prstGeom>
          <a:noFill/>
        </p:spPr>
        <p:txBody>
          <a:bodyPr vert="horz" lIns="0" tIns="45720" rIns="91440" bIns="0" rtlCol="0" anchor="t" anchorCtr="0">
            <a:normAutofit/>
          </a:bodyPr>
          <a:lstStyle>
            <a:lvl1pPr>
              <a:defRPr sz="4800" b="1">
                <a:solidFill>
                  <a:schemeClr val="accent2"/>
                </a:solidFill>
              </a:defRPr>
            </a:lvl1pPr>
          </a:lstStyle>
          <a:p>
            <a:pPr marL="0" indent="0">
              <a:tabLst>
                <a:tab pos="525463" algn="l"/>
              </a:tabLst>
            </a:pPr>
            <a:r>
              <a:rPr lang="cs-CZ" dirty="0"/>
              <a:t>Kliknutím lze upravit styl.</a:t>
            </a:r>
          </a:p>
        </p:txBody>
      </p:sp>
      <p:cxnSp>
        <p:nvCxnSpPr>
          <p:cNvPr id="2" name="Přímá spojnice 1">
            <a:extLst>
              <a:ext uri="{FF2B5EF4-FFF2-40B4-BE49-F238E27FC236}">
                <a16:creationId xmlns:a16="http://schemas.microsoft.com/office/drawing/2014/main" id="{C30360FB-AEFE-CCBB-9FCB-DCC7C4B81C1F}"/>
              </a:ext>
            </a:extLst>
          </p:cNvPr>
          <p:cNvCxnSpPr>
            <a:cxnSpLocks/>
          </p:cNvCxnSpPr>
          <p:nvPr userDrawn="1"/>
        </p:nvCxnSpPr>
        <p:spPr>
          <a:xfrm>
            <a:off x="695326" y="2348856"/>
            <a:ext cx="1170110"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4902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Úvodní snímek B">
    <p:spTree>
      <p:nvGrpSpPr>
        <p:cNvPr id="1" name=""/>
        <p:cNvGrpSpPr/>
        <p:nvPr/>
      </p:nvGrpSpPr>
      <p:grpSpPr>
        <a:xfrm>
          <a:off x="0" y="0"/>
          <a:ext cx="0" cy="0"/>
          <a:chOff x="0" y="0"/>
          <a:chExt cx="0" cy="0"/>
        </a:xfrm>
      </p:grpSpPr>
      <p:sp>
        <p:nvSpPr>
          <p:cNvPr id="3" name="Zástupný symbol obrázku 2">
            <a:extLst>
              <a:ext uri="{FF2B5EF4-FFF2-40B4-BE49-F238E27FC236}">
                <a16:creationId xmlns:a16="http://schemas.microsoft.com/office/drawing/2014/main" id="{254DEEB0-1EEA-C230-A36E-51180510A991}"/>
              </a:ext>
            </a:extLst>
          </p:cNvPr>
          <p:cNvSpPr>
            <a:spLocks noGrp="1"/>
          </p:cNvSpPr>
          <p:nvPr>
            <p:ph type="pic" sz="quarter" idx="10"/>
          </p:nvPr>
        </p:nvSpPr>
        <p:spPr>
          <a:xfrm>
            <a:off x="0" y="1178700"/>
            <a:ext cx="12192000" cy="5679300"/>
          </a:xfrm>
          <a:solidFill>
            <a:schemeClr val="bg2"/>
          </a:solidFill>
        </p:spPr>
        <p:txBody>
          <a:bodyPr/>
          <a:lstStyle/>
          <a:p>
            <a:endParaRPr lang="cs-CZ"/>
          </a:p>
        </p:txBody>
      </p:sp>
      <p:sp>
        <p:nvSpPr>
          <p:cNvPr id="5" name="Zástupný text 4">
            <a:extLst>
              <a:ext uri="{FF2B5EF4-FFF2-40B4-BE49-F238E27FC236}">
                <a16:creationId xmlns:a16="http://schemas.microsoft.com/office/drawing/2014/main" id="{9A5CA3A1-E8E5-2E20-E349-3BC739FBDA98}"/>
              </a:ext>
            </a:extLst>
          </p:cNvPr>
          <p:cNvSpPr>
            <a:spLocks noGrp="1"/>
          </p:cNvSpPr>
          <p:nvPr>
            <p:ph type="body" sz="quarter" idx="11" hasCustomPrompt="1"/>
          </p:nvPr>
        </p:nvSpPr>
        <p:spPr>
          <a:xfrm>
            <a:off x="6096000" y="188568"/>
            <a:ext cx="5760768" cy="720096"/>
          </a:xfrm>
          <a:noFill/>
        </p:spPr>
        <p:txBody>
          <a:bodyPr lIns="0" bIns="0" anchor="b" anchorCtr="0">
            <a:normAutofit/>
          </a:bodyPr>
          <a:lstStyle>
            <a:lvl1pPr>
              <a:defRPr sz="4000" b="1">
                <a:solidFill>
                  <a:schemeClr val="accent2"/>
                </a:solidFill>
              </a:defRPr>
            </a:lvl1pPr>
          </a:lstStyle>
          <a:p>
            <a:pPr lvl="0"/>
            <a:r>
              <a:rPr lang="cs-CZ" dirty="0"/>
              <a:t>Název prezentace</a:t>
            </a:r>
          </a:p>
        </p:txBody>
      </p:sp>
    </p:spTree>
    <p:extLst>
      <p:ext uri="{BB962C8B-B14F-4D97-AF65-F5344CB8AC3E}">
        <p14:creationId xmlns:p14="http://schemas.microsoft.com/office/powerpoint/2010/main" val="35507951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Úvodní snímek C">
    <p:spTree>
      <p:nvGrpSpPr>
        <p:cNvPr id="1" name=""/>
        <p:cNvGrpSpPr/>
        <p:nvPr/>
      </p:nvGrpSpPr>
      <p:grpSpPr>
        <a:xfrm>
          <a:off x="0" y="0"/>
          <a:ext cx="0" cy="0"/>
          <a:chOff x="0" y="0"/>
          <a:chExt cx="0" cy="0"/>
        </a:xfrm>
      </p:grpSpPr>
      <p:sp>
        <p:nvSpPr>
          <p:cNvPr id="3" name="Zástupný symbol obrázku 2">
            <a:extLst>
              <a:ext uri="{FF2B5EF4-FFF2-40B4-BE49-F238E27FC236}">
                <a16:creationId xmlns:a16="http://schemas.microsoft.com/office/drawing/2014/main" id="{254DEEB0-1EEA-C230-A36E-51180510A991}"/>
              </a:ext>
            </a:extLst>
          </p:cNvPr>
          <p:cNvSpPr>
            <a:spLocks noGrp="1"/>
          </p:cNvSpPr>
          <p:nvPr>
            <p:ph type="pic" sz="quarter" idx="10"/>
          </p:nvPr>
        </p:nvSpPr>
        <p:spPr>
          <a:xfrm>
            <a:off x="0" y="1178700"/>
            <a:ext cx="12192000" cy="5679300"/>
          </a:xfrm>
          <a:solidFill>
            <a:schemeClr val="accent6"/>
          </a:solidFill>
        </p:spPr>
        <p:txBody>
          <a:bodyPr/>
          <a:lstStyle/>
          <a:p>
            <a:endParaRPr lang="cs-CZ"/>
          </a:p>
        </p:txBody>
      </p:sp>
      <p:sp>
        <p:nvSpPr>
          <p:cNvPr id="5" name="Zástupný text 4">
            <a:extLst>
              <a:ext uri="{FF2B5EF4-FFF2-40B4-BE49-F238E27FC236}">
                <a16:creationId xmlns:a16="http://schemas.microsoft.com/office/drawing/2014/main" id="{9A5CA3A1-E8E5-2E20-E349-3BC739FBDA98}"/>
              </a:ext>
            </a:extLst>
          </p:cNvPr>
          <p:cNvSpPr>
            <a:spLocks noGrp="1"/>
          </p:cNvSpPr>
          <p:nvPr>
            <p:ph type="body" sz="quarter" idx="11" hasCustomPrompt="1"/>
          </p:nvPr>
        </p:nvSpPr>
        <p:spPr>
          <a:xfrm>
            <a:off x="695324" y="2708904"/>
            <a:ext cx="4693421" cy="2910661"/>
          </a:xfrm>
          <a:solidFill>
            <a:schemeClr val="accent2"/>
          </a:solidFill>
        </p:spPr>
        <p:txBody>
          <a:bodyPr>
            <a:normAutofit/>
          </a:bodyPr>
          <a:lstStyle>
            <a:lvl1pPr>
              <a:defRPr sz="4800" b="1">
                <a:solidFill>
                  <a:schemeClr val="bg1"/>
                </a:solidFill>
              </a:defRPr>
            </a:lvl1pPr>
          </a:lstStyle>
          <a:p>
            <a:pPr lvl="0"/>
            <a:r>
              <a:rPr lang="cs-CZ" dirty="0"/>
              <a:t>Název prezentace</a:t>
            </a:r>
          </a:p>
        </p:txBody>
      </p:sp>
    </p:spTree>
    <p:extLst>
      <p:ext uri="{BB962C8B-B14F-4D97-AF65-F5344CB8AC3E}">
        <p14:creationId xmlns:p14="http://schemas.microsoft.com/office/powerpoint/2010/main" val="1979603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Úvodní snímek D">
    <p:spTree>
      <p:nvGrpSpPr>
        <p:cNvPr id="1" name=""/>
        <p:cNvGrpSpPr/>
        <p:nvPr/>
      </p:nvGrpSpPr>
      <p:grpSpPr>
        <a:xfrm>
          <a:off x="0" y="0"/>
          <a:ext cx="0" cy="0"/>
          <a:chOff x="0" y="0"/>
          <a:chExt cx="0" cy="0"/>
        </a:xfrm>
      </p:grpSpPr>
      <p:sp>
        <p:nvSpPr>
          <p:cNvPr id="3" name="Zástupný symbol obrázku 2">
            <a:extLst>
              <a:ext uri="{FF2B5EF4-FFF2-40B4-BE49-F238E27FC236}">
                <a16:creationId xmlns:a16="http://schemas.microsoft.com/office/drawing/2014/main" id="{254DEEB0-1EEA-C230-A36E-51180510A991}"/>
              </a:ext>
            </a:extLst>
          </p:cNvPr>
          <p:cNvSpPr>
            <a:spLocks noGrp="1"/>
          </p:cNvSpPr>
          <p:nvPr>
            <p:ph type="pic" sz="quarter" idx="10"/>
          </p:nvPr>
        </p:nvSpPr>
        <p:spPr>
          <a:xfrm>
            <a:off x="0" y="1178700"/>
            <a:ext cx="12192000" cy="5679300"/>
          </a:xfrm>
          <a:solidFill>
            <a:schemeClr val="accent6"/>
          </a:solidFill>
        </p:spPr>
        <p:txBody>
          <a:bodyPr/>
          <a:lstStyle/>
          <a:p>
            <a:endParaRPr lang="cs-CZ"/>
          </a:p>
        </p:txBody>
      </p:sp>
      <p:sp>
        <p:nvSpPr>
          <p:cNvPr id="5" name="Zástupný text 4">
            <a:extLst>
              <a:ext uri="{FF2B5EF4-FFF2-40B4-BE49-F238E27FC236}">
                <a16:creationId xmlns:a16="http://schemas.microsoft.com/office/drawing/2014/main" id="{9A5CA3A1-E8E5-2E20-E349-3BC739FBDA98}"/>
              </a:ext>
            </a:extLst>
          </p:cNvPr>
          <p:cNvSpPr>
            <a:spLocks noGrp="1"/>
          </p:cNvSpPr>
          <p:nvPr>
            <p:ph type="body" sz="quarter" idx="11" hasCustomPrompt="1"/>
          </p:nvPr>
        </p:nvSpPr>
        <p:spPr>
          <a:xfrm>
            <a:off x="695324" y="2708904"/>
            <a:ext cx="4693421" cy="2910661"/>
          </a:xfrm>
          <a:solidFill>
            <a:schemeClr val="bg1"/>
          </a:solidFill>
        </p:spPr>
        <p:txBody>
          <a:bodyPr>
            <a:normAutofit/>
          </a:bodyPr>
          <a:lstStyle>
            <a:lvl1pPr>
              <a:defRPr sz="4800" b="1">
                <a:solidFill>
                  <a:schemeClr val="accent2"/>
                </a:solidFill>
              </a:defRPr>
            </a:lvl1pPr>
          </a:lstStyle>
          <a:p>
            <a:pPr lvl="0"/>
            <a:r>
              <a:rPr lang="cs-CZ" dirty="0"/>
              <a:t>Název prezentace</a:t>
            </a:r>
          </a:p>
        </p:txBody>
      </p:sp>
    </p:spTree>
    <p:extLst>
      <p:ext uri="{BB962C8B-B14F-4D97-AF65-F5344CB8AC3E}">
        <p14:creationId xmlns:p14="http://schemas.microsoft.com/office/powerpoint/2010/main" val="3859383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5" Type="http://schemas.openxmlformats.org/officeDocument/2006/relationships/image" Target="../media/image1.emf"/><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image" Target="../media/image1.emf"/><Relationship Id="rId5" Type="http://schemas.openxmlformats.org/officeDocument/2006/relationships/theme" Target="../theme/theme3.xml"/><Relationship Id="rId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8E16DB-0F0F-994D-A403-C9AB95C3DFC4}"/>
              </a:ext>
            </a:extLst>
          </p:cNvPr>
          <p:cNvSpPr>
            <a:spLocks noGrp="1"/>
          </p:cNvSpPr>
          <p:nvPr>
            <p:ph type="title"/>
          </p:nvPr>
        </p:nvSpPr>
        <p:spPr>
          <a:xfrm>
            <a:off x="443883" y="1268712"/>
            <a:ext cx="3873474" cy="1763712"/>
          </a:xfrm>
          <a:prstGeom prst="rect">
            <a:avLst/>
          </a:prstGeom>
        </p:spPr>
        <p:txBody>
          <a:bodyPr vert="horz" lIns="0" tIns="45720" rIns="91440" bIns="45720" rtlCol="0" anchor="t" anchorCtr="0">
            <a:normAutofit/>
          </a:bodyPr>
          <a:lstStyle/>
          <a:p>
            <a:pPr marL="0" indent="0">
              <a:tabLst>
                <a:tab pos="525463" algn="l"/>
              </a:tabLst>
            </a:pPr>
            <a:r>
              <a:rPr lang="cs-CZ" dirty="0"/>
              <a:t>Kliknutím lze upravit styl.</a:t>
            </a:r>
          </a:p>
        </p:txBody>
      </p:sp>
      <p:sp>
        <p:nvSpPr>
          <p:cNvPr id="3" name="Text Placeholder 2">
            <a:extLst>
              <a:ext uri="{FF2B5EF4-FFF2-40B4-BE49-F238E27FC236}">
                <a16:creationId xmlns:a16="http://schemas.microsoft.com/office/drawing/2014/main" id="{1D309CB4-F383-0740-80DE-33C5455CE3FB}"/>
              </a:ext>
            </a:extLst>
          </p:cNvPr>
          <p:cNvSpPr>
            <a:spLocks noGrp="1"/>
          </p:cNvSpPr>
          <p:nvPr>
            <p:ph type="body" idx="1"/>
          </p:nvPr>
        </p:nvSpPr>
        <p:spPr>
          <a:xfrm>
            <a:off x="4664597" y="1268712"/>
            <a:ext cx="7215345" cy="4596615"/>
          </a:xfrm>
          <a:prstGeom prst="rect">
            <a:avLst/>
          </a:prstGeom>
        </p:spPr>
        <p:txBody>
          <a:bodyPr vert="horz" lIns="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Slide Number Placeholder 5">
            <a:extLst>
              <a:ext uri="{FF2B5EF4-FFF2-40B4-BE49-F238E27FC236}">
                <a16:creationId xmlns:a16="http://schemas.microsoft.com/office/drawing/2014/main" id="{13E14753-7DC6-624B-84C7-488F2ABE6176}"/>
              </a:ext>
            </a:extLst>
          </p:cNvPr>
          <p:cNvSpPr>
            <a:spLocks noGrp="1"/>
          </p:cNvSpPr>
          <p:nvPr>
            <p:ph type="sldNum" sz="quarter" idx="4"/>
          </p:nvPr>
        </p:nvSpPr>
        <p:spPr>
          <a:xfrm>
            <a:off x="11470726" y="6329695"/>
            <a:ext cx="401782" cy="302225"/>
          </a:xfrm>
          <a:prstGeom prst="rect">
            <a:avLst/>
          </a:prstGeom>
        </p:spPr>
        <p:txBody>
          <a:bodyPr vert="horz" lIns="91440" tIns="45720" rIns="91440" bIns="45720" rtlCol="0" anchor="ctr"/>
          <a:lstStyle>
            <a:lvl1pPr algn="l">
              <a:defRPr sz="1200">
                <a:solidFill>
                  <a:schemeClr val="accent2"/>
                </a:solidFill>
              </a:defRPr>
            </a:lvl1pPr>
          </a:lstStyle>
          <a:p>
            <a:fld id="{E57EA1BE-92D9-9E4F-B3B9-F1A717F85676}" type="slidenum">
              <a:rPr lang="cs-CZ" smtClean="0"/>
              <a:pPr/>
              <a:t>‹#›</a:t>
            </a:fld>
            <a:endParaRPr lang="cs-CZ"/>
          </a:p>
        </p:txBody>
      </p:sp>
      <p:cxnSp>
        <p:nvCxnSpPr>
          <p:cNvPr id="4" name="Přímá spojnice 3">
            <a:extLst>
              <a:ext uri="{FF2B5EF4-FFF2-40B4-BE49-F238E27FC236}">
                <a16:creationId xmlns:a16="http://schemas.microsoft.com/office/drawing/2014/main" id="{49FA191A-E61E-E6DE-3BA9-A50F2CC8BAB7}"/>
              </a:ext>
            </a:extLst>
          </p:cNvPr>
          <p:cNvCxnSpPr>
            <a:cxnSpLocks/>
          </p:cNvCxnSpPr>
          <p:nvPr userDrawn="1"/>
        </p:nvCxnSpPr>
        <p:spPr>
          <a:xfrm>
            <a:off x="227013" y="6436908"/>
            <a:ext cx="0" cy="19501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Zástupný symbol pro zápatí 4">
            <a:extLst>
              <a:ext uri="{FF2B5EF4-FFF2-40B4-BE49-F238E27FC236}">
                <a16:creationId xmlns:a16="http://schemas.microsoft.com/office/drawing/2014/main" id="{0EDDE0FD-E0E2-B643-D472-D081D32F2D8B}"/>
              </a:ext>
            </a:extLst>
          </p:cNvPr>
          <p:cNvSpPr>
            <a:spLocks noGrp="1"/>
          </p:cNvSpPr>
          <p:nvPr>
            <p:ph type="ftr" sz="quarter" idx="3"/>
          </p:nvPr>
        </p:nvSpPr>
        <p:spPr>
          <a:xfrm>
            <a:off x="443883" y="6332333"/>
            <a:ext cx="3873474" cy="299588"/>
          </a:xfrm>
          <a:prstGeom prst="rect">
            <a:avLst/>
          </a:prstGeom>
        </p:spPr>
        <p:txBody>
          <a:bodyPr vert="horz" lIns="0" tIns="45720" rIns="91440" bIns="45720" rtlCol="0" anchor="ctr"/>
          <a:lstStyle>
            <a:lvl1pPr algn="l">
              <a:defRPr sz="1100">
                <a:solidFill>
                  <a:schemeClr val="accent2"/>
                </a:solidFill>
              </a:defRPr>
            </a:lvl1pPr>
          </a:lstStyle>
          <a:p>
            <a:endParaRPr lang="cs-CZ" dirty="0"/>
          </a:p>
        </p:txBody>
      </p:sp>
      <p:pic>
        <p:nvPicPr>
          <p:cNvPr id="9" name="Obrázek 8">
            <a:extLst>
              <a:ext uri="{FF2B5EF4-FFF2-40B4-BE49-F238E27FC236}">
                <a16:creationId xmlns:a16="http://schemas.microsoft.com/office/drawing/2014/main" id="{45ABE6FB-F3AE-181B-A11F-C3CBEB1115C9}"/>
              </a:ext>
            </a:extLst>
          </p:cNvPr>
          <p:cNvPicPr>
            <a:picLocks noChangeAspect="1"/>
          </p:cNvPicPr>
          <p:nvPr userDrawn="1"/>
        </p:nvPicPr>
        <p:blipFill>
          <a:blip r:embed="rId45"/>
          <a:stretch>
            <a:fillRect/>
          </a:stretch>
        </p:blipFill>
        <p:spPr>
          <a:xfrm>
            <a:off x="227013" y="278580"/>
            <a:ext cx="2115000" cy="270000"/>
          </a:xfrm>
          <a:prstGeom prst="rect">
            <a:avLst/>
          </a:prstGeom>
        </p:spPr>
      </p:pic>
    </p:spTree>
    <p:extLst>
      <p:ext uri="{BB962C8B-B14F-4D97-AF65-F5344CB8AC3E}">
        <p14:creationId xmlns:p14="http://schemas.microsoft.com/office/powerpoint/2010/main" val="762267253"/>
      </p:ext>
    </p:extLst>
  </p:cSld>
  <p:clrMap bg1="lt1" tx1="dk1" bg2="lt2" tx2="dk2" accent1="accent1" accent2="accent2" accent3="accent3" accent4="accent4" accent5="accent5" accent6="accent6" hlink="hlink" folHlink="folHlink"/>
  <p:sldLayoutIdLst>
    <p:sldLayoutId id="2147483673" r:id="rId1"/>
    <p:sldLayoutId id="2147483679" r:id="rId2"/>
    <p:sldLayoutId id="2147483820" r:id="rId3"/>
    <p:sldLayoutId id="2147483821" r:id="rId4"/>
    <p:sldLayoutId id="2147483832" r:id="rId5"/>
    <p:sldLayoutId id="2147483822" r:id="rId6"/>
    <p:sldLayoutId id="2147483819" r:id="rId7"/>
    <p:sldLayoutId id="2147483748" r:id="rId8"/>
    <p:sldLayoutId id="2147483746" r:id="rId9"/>
    <p:sldLayoutId id="2147483745" r:id="rId10"/>
    <p:sldLayoutId id="2147483830" r:id="rId11"/>
    <p:sldLayoutId id="2147483831" r:id="rId12"/>
    <p:sldLayoutId id="2147483736" r:id="rId13"/>
    <p:sldLayoutId id="2147483810" r:id="rId14"/>
    <p:sldLayoutId id="2147483811" r:id="rId15"/>
    <p:sldLayoutId id="2147483823" r:id="rId16"/>
    <p:sldLayoutId id="2147483824" r:id="rId17"/>
    <p:sldLayoutId id="2147483728" r:id="rId18"/>
    <p:sldLayoutId id="2147483750" r:id="rId19"/>
    <p:sldLayoutId id="2147483752" r:id="rId20"/>
    <p:sldLayoutId id="2147483753" r:id="rId21"/>
    <p:sldLayoutId id="2147483817" r:id="rId22"/>
    <p:sldLayoutId id="2147483737" r:id="rId23"/>
    <p:sldLayoutId id="2147483812" r:id="rId24"/>
    <p:sldLayoutId id="2147483814" r:id="rId25"/>
    <p:sldLayoutId id="2147483727" r:id="rId26"/>
    <p:sldLayoutId id="2147483756" r:id="rId27"/>
    <p:sldLayoutId id="2147483757" r:id="rId28"/>
    <p:sldLayoutId id="2147483758" r:id="rId29"/>
    <p:sldLayoutId id="2147483730" r:id="rId30"/>
    <p:sldLayoutId id="2147483729" r:id="rId31"/>
    <p:sldLayoutId id="2147483731" r:id="rId32"/>
    <p:sldLayoutId id="2147483732" r:id="rId33"/>
    <p:sldLayoutId id="2147483725" r:id="rId34"/>
    <p:sldLayoutId id="2147483825" r:id="rId35"/>
    <p:sldLayoutId id="2147483751" r:id="rId36"/>
    <p:sldLayoutId id="2147483738" r:id="rId37"/>
    <p:sldLayoutId id="2147483669" r:id="rId38"/>
    <p:sldLayoutId id="2147483671" r:id="rId39"/>
    <p:sldLayoutId id="2147483672" r:id="rId40"/>
    <p:sldLayoutId id="2147483683" r:id="rId41"/>
    <p:sldLayoutId id="2147483685" r:id="rId42"/>
    <p:sldLayoutId id="2147483674" r:id="rId43"/>
  </p:sldLayoutIdLst>
  <p:hf hdr="0"/>
  <p:txStyles>
    <p:titleStyle>
      <a:lvl1pPr algn="l" defTabSz="914400" rtl="0" eaLnBrk="1" latinLnBrk="0" hangingPunct="1">
        <a:lnSpc>
          <a:spcPct val="90000"/>
        </a:lnSpc>
        <a:spcBef>
          <a:spcPct val="0"/>
        </a:spcBef>
        <a:buNone/>
        <a:defRPr sz="4000" b="1" i="0"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Clr>
          <a:schemeClr val="tx2"/>
        </a:buClr>
        <a:buFontTx/>
        <a:buNone/>
        <a:defRPr sz="2400" kern="1200">
          <a:solidFill>
            <a:schemeClr val="tx1"/>
          </a:solidFill>
          <a:latin typeface="+mn-lt"/>
          <a:ea typeface="+mn-ea"/>
          <a:cs typeface="+mn-cs"/>
        </a:defRPr>
      </a:lvl1pPr>
      <a:lvl2pPr marL="319088" indent="-311150" algn="l" defTabSz="914400" rtl="0" eaLnBrk="1" latinLnBrk="0" hangingPunct="1">
        <a:lnSpc>
          <a:spcPct val="90000"/>
        </a:lnSpc>
        <a:spcBef>
          <a:spcPts val="500"/>
        </a:spcBef>
        <a:buClr>
          <a:schemeClr val="accent2"/>
        </a:buClr>
        <a:buFont typeface="Arial" panose="020B0604020202020204" pitchFamily="34" charset="0"/>
        <a:buChar char="•"/>
        <a:tabLst/>
        <a:defRPr sz="2400" kern="1200">
          <a:solidFill>
            <a:schemeClr val="tx1"/>
          </a:solidFill>
          <a:latin typeface="+mn-lt"/>
          <a:ea typeface="+mn-ea"/>
          <a:cs typeface="+mn-cs"/>
        </a:defRPr>
      </a:lvl2pPr>
      <a:lvl3pPr marL="628650" indent="-309563"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1"/>
          </a:solidFill>
          <a:latin typeface="+mn-lt"/>
          <a:ea typeface="+mn-ea"/>
          <a:cs typeface="+mn-cs"/>
        </a:defRPr>
      </a:lvl3pPr>
      <a:lvl4pPr marL="939800" indent="-311150"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1"/>
          </a:solidFill>
          <a:latin typeface="+mn-lt"/>
          <a:ea typeface="+mn-ea"/>
          <a:cs typeface="+mn-cs"/>
        </a:defRPr>
      </a:lvl4pPr>
      <a:lvl5pPr marL="1289050" indent="-311150"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68" userDrawn="1">
          <p15:clr>
            <a:srgbClr val="F26B43"/>
          </p15:clr>
        </p15:guide>
        <p15:guide id="5" orient="horz" pos="572" userDrawn="1">
          <p15:clr>
            <a:srgbClr val="F26B43"/>
          </p15:clr>
        </p15:guide>
        <p15:guide id="6" orient="horz" pos="1049" userDrawn="1">
          <p15:clr>
            <a:srgbClr val="F26B43"/>
          </p15:clr>
        </p15:guide>
        <p15:guide id="7" pos="143" userDrawn="1">
          <p15:clr>
            <a:srgbClr val="F26B43"/>
          </p15:clr>
        </p15:guide>
        <p15:guide id="8" orient="horz" pos="17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B8CB43A-5E6A-F1FB-2BB6-7C0C331BDED2}"/>
              </a:ext>
            </a:extLst>
          </p:cNvPr>
          <p:cNvSpPr>
            <a:spLocks noGrp="1"/>
          </p:cNvSpPr>
          <p:nvPr>
            <p:ph type="title"/>
          </p:nvPr>
        </p:nvSpPr>
        <p:spPr>
          <a:xfrm>
            <a:off x="443883" y="1268712"/>
            <a:ext cx="3873474" cy="1763712"/>
          </a:xfrm>
          <a:prstGeom prst="rect">
            <a:avLst/>
          </a:prstGeom>
        </p:spPr>
        <p:txBody>
          <a:bodyPr vert="horz" lIns="0" tIns="45720" rIns="91440" bIns="45720" rtlCol="0" anchor="t" anchorCtr="0">
            <a:normAutofit/>
          </a:bodyPr>
          <a:lstStyle/>
          <a:p>
            <a:pPr marL="0" indent="0">
              <a:tabLst>
                <a:tab pos="525463" algn="l"/>
              </a:tabLst>
            </a:pPr>
            <a:r>
              <a:rPr lang="cs-CZ" dirty="0"/>
              <a:t>Kliknutím lze upravit styl.</a:t>
            </a:r>
          </a:p>
        </p:txBody>
      </p:sp>
      <p:cxnSp>
        <p:nvCxnSpPr>
          <p:cNvPr id="9" name="Přímá spojnice 8">
            <a:extLst>
              <a:ext uri="{FF2B5EF4-FFF2-40B4-BE49-F238E27FC236}">
                <a16:creationId xmlns:a16="http://schemas.microsoft.com/office/drawing/2014/main" id="{ECA1A359-75D1-0C64-6779-0613266E424A}"/>
              </a:ext>
            </a:extLst>
          </p:cNvPr>
          <p:cNvCxnSpPr/>
          <p:nvPr userDrawn="1"/>
        </p:nvCxnSpPr>
        <p:spPr>
          <a:xfrm>
            <a:off x="227013" y="6329695"/>
            <a:ext cx="0" cy="30222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Zástupný symbol pro zápatí 4">
            <a:extLst>
              <a:ext uri="{FF2B5EF4-FFF2-40B4-BE49-F238E27FC236}">
                <a16:creationId xmlns:a16="http://schemas.microsoft.com/office/drawing/2014/main" id="{8D94D853-B547-7BF1-3D1C-72D84FE46CEC}"/>
              </a:ext>
            </a:extLst>
          </p:cNvPr>
          <p:cNvSpPr>
            <a:spLocks noGrp="1"/>
          </p:cNvSpPr>
          <p:nvPr>
            <p:ph type="ftr" sz="quarter" idx="3"/>
          </p:nvPr>
        </p:nvSpPr>
        <p:spPr>
          <a:xfrm>
            <a:off x="443883" y="6332333"/>
            <a:ext cx="3873474" cy="299588"/>
          </a:xfrm>
          <a:prstGeom prst="rect">
            <a:avLst/>
          </a:prstGeom>
        </p:spPr>
        <p:txBody>
          <a:bodyPr vert="horz" lIns="0" tIns="45720" rIns="91440" bIns="45720" rtlCol="0" anchor="ctr"/>
          <a:lstStyle>
            <a:lvl1pPr algn="l">
              <a:defRPr sz="1100" b="0" i="0">
                <a:solidFill>
                  <a:schemeClr val="accent2"/>
                </a:solidFill>
                <a:latin typeface="Calibri" panose="020F0502020204030204" pitchFamily="34" charset="0"/>
                <a:cs typeface="Calibri" panose="020F0502020204030204" pitchFamily="34" charset="0"/>
              </a:defRPr>
            </a:lvl1pPr>
          </a:lstStyle>
          <a:p>
            <a:endParaRPr lang="cs-CZ" dirty="0"/>
          </a:p>
        </p:txBody>
      </p:sp>
      <p:sp>
        <p:nvSpPr>
          <p:cNvPr id="11" name="Text Placeholder 2">
            <a:extLst>
              <a:ext uri="{FF2B5EF4-FFF2-40B4-BE49-F238E27FC236}">
                <a16:creationId xmlns:a16="http://schemas.microsoft.com/office/drawing/2014/main" id="{A6CC01D1-3140-BEFC-C682-482BE3156BF2}"/>
              </a:ext>
            </a:extLst>
          </p:cNvPr>
          <p:cNvSpPr>
            <a:spLocks noGrp="1"/>
          </p:cNvSpPr>
          <p:nvPr>
            <p:ph type="body" idx="1"/>
          </p:nvPr>
        </p:nvSpPr>
        <p:spPr>
          <a:xfrm>
            <a:off x="4664597" y="1268712"/>
            <a:ext cx="7215345" cy="4596615"/>
          </a:xfrm>
          <a:prstGeom prst="rect">
            <a:avLst/>
          </a:prstGeom>
        </p:spPr>
        <p:txBody>
          <a:bodyPr vert="horz" lIns="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12" name="Slide Number Placeholder 5">
            <a:extLst>
              <a:ext uri="{FF2B5EF4-FFF2-40B4-BE49-F238E27FC236}">
                <a16:creationId xmlns:a16="http://schemas.microsoft.com/office/drawing/2014/main" id="{07B6013E-05B5-8578-6EE0-0A57012F5B04}"/>
              </a:ext>
            </a:extLst>
          </p:cNvPr>
          <p:cNvSpPr>
            <a:spLocks noGrp="1"/>
          </p:cNvSpPr>
          <p:nvPr>
            <p:ph type="sldNum" sz="quarter" idx="4"/>
          </p:nvPr>
        </p:nvSpPr>
        <p:spPr>
          <a:xfrm>
            <a:off x="11470726" y="6329695"/>
            <a:ext cx="401782" cy="302225"/>
          </a:xfrm>
          <a:prstGeom prst="rect">
            <a:avLst/>
          </a:prstGeom>
        </p:spPr>
        <p:txBody>
          <a:bodyPr vert="horz" lIns="91440" tIns="45720" rIns="91440" bIns="45720" rtlCol="0" anchor="ctr"/>
          <a:lstStyle>
            <a:lvl1pPr algn="l">
              <a:defRPr sz="1200">
                <a:solidFill>
                  <a:schemeClr val="accent2"/>
                </a:solidFill>
              </a:defRPr>
            </a:lvl1pPr>
          </a:lstStyle>
          <a:p>
            <a:fld id="{E57EA1BE-92D9-9E4F-B3B9-F1A717F85676}" type="slidenum">
              <a:rPr lang="cs-CZ" smtClean="0"/>
              <a:pPr/>
              <a:t>‹#›</a:t>
            </a:fld>
            <a:endParaRPr lang="cs-CZ"/>
          </a:p>
        </p:txBody>
      </p:sp>
      <p:pic>
        <p:nvPicPr>
          <p:cNvPr id="3" name="Obrázek 2">
            <a:extLst>
              <a:ext uri="{FF2B5EF4-FFF2-40B4-BE49-F238E27FC236}">
                <a16:creationId xmlns:a16="http://schemas.microsoft.com/office/drawing/2014/main" id="{3CC75393-7267-AE79-FAC5-F9AC2883F402}"/>
              </a:ext>
            </a:extLst>
          </p:cNvPr>
          <p:cNvPicPr>
            <a:picLocks noChangeAspect="1"/>
          </p:cNvPicPr>
          <p:nvPr userDrawn="1"/>
        </p:nvPicPr>
        <p:blipFill>
          <a:blip r:embed="rId5"/>
          <a:stretch>
            <a:fillRect/>
          </a:stretch>
        </p:blipFill>
        <p:spPr>
          <a:xfrm>
            <a:off x="227013" y="278580"/>
            <a:ext cx="2115000" cy="270000"/>
          </a:xfrm>
          <a:prstGeom prst="rect">
            <a:avLst/>
          </a:prstGeom>
        </p:spPr>
      </p:pic>
    </p:spTree>
    <p:extLst>
      <p:ext uri="{BB962C8B-B14F-4D97-AF65-F5344CB8AC3E}">
        <p14:creationId xmlns:p14="http://schemas.microsoft.com/office/powerpoint/2010/main" val="1055902547"/>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Lst>
  <p:txStyles>
    <p:titleStyle>
      <a:lvl1pPr algn="l" defTabSz="914400" rtl="0" eaLnBrk="1" latinLnBrk="0" hangingPunct="1">
        <a:lnSpc>
          <a:spcPct val="90000"/>
        </a:lnSpc>
        <a:spcBef>
          <a:spcPct val="0"/>
        </a:spcBef>
        <a:buNone/>
        <a:defRPr sz="4400" b="1" i="0"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800" b="0" i="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b="0" i="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b="0" i="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b="0" i="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Zástupný text 3">
            <a:extLst>
              <a:ext uri="{FF2B5EF4-FFF2-40B4-BE49-F238E27FC236}">
                <a16:creationId xmlns:a16="http://schemas.microsoft.com/office/drawing/2014/main" id="{CFA9AC5F-1B51-EF16-BB9A-E4C33D53B503}"/>
              </a:ext>
            </a:extLst>
          </p:cNvPr>
          <p:cNvSpPr>
            <a:spLocks noGrp="1"/>
          </p:cNvSpPr>
          <p:nvPr>
            <p:ph type="body" idx="1"/>
          </p:nvPr>
        </p:nvSpPr>
        <p:spPr>
          <a:xfrm>
            <a:off x="5359080" y="2001000"/>
            <a:ext cx="5777592" cy="3516769"/>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stupný nadpis 4">
            <a:extLst>
              <a:ext uri="{FF2B5EF4-FFF2-40B4-BE49-F238E27FC236}">
                <a16:creationId xmlns:a16="http://schemas.microsoft.com/office/drawing/2014/main" id="{A7ED8843-2358-2E6D-C140-6ECEC4B317E8}"/>
              </a:ext>
            </a:extLst>
          </p:cNvPr>
          <p:cNvSpPr>
            <a:spLocks noGrp="1"/>
          </p:cNvSpPr>
          <p:nvPr>
            <p:ph type="title"/>
          </p:nvPr>
        </p:nvSpPr>
        <p:spPr>
          <a:xfrm>
            <a:off x="695326" y="2001000"/>
            <a:ext cx="4001194" cy="3583444"/>
          </a:xfrm>
          <a:prstGeom prst="rect">
            <a:avLst/>
          </a:prstGeom>
          <a:solidFill>
            <a:schemeClr val="bg1"/>
          </a:solidFill>
        </p:spPr>
        <p:txBody>
          <a:bodyPr vert="horz" lIns="91440" tIns="45720" rIns="91440" bIns="45720" rtlCol="0" anchor="t" anchorCtr="0">
            <a:normAutofit/>
          </a:bodyPr>
          <a:lstStyle/>
          <a:p>
            <a:r>
              <a:rPr lang="cs-CZ" dirty="0"/>
              <a:t>Název prezentace</a:t>
            </a:r>
          </a:p>
        </p:txBody>
      </p:sp>
      <p:pic>
        <p:nvPicPr>
          <p:cNvPr id="3" name="Obrázek 2">
            <a:extLst>
              <a:ext uri="{FF2B5EF4-FFF2-40B4-BE49-F238E27FC236}">
                <a16:creationId xmlns:a16="http://schemas.microsoft.com/office/drawing/2014/main" id="{DD52C45B-9DCA-CC5A-C93D-844D3EF3357A}"/>
              </a:ext>
            </a:extLst>
          </p:cNvPr>
          <p:cNvPicPr>
            <a:picLocks noChangeAspect="1"/>
          </p:cNvPicPr>
          <p:nvPr userDrawn="1"/>
        </p:nvPicPr>
        <p:blipFill>
          <a:blip r:embed="rId6"/>
          <a:stretch>
            <a:fillRect/>
          </a:stretch>
        </p:blipFill>
        <p:spPr>
          <a:xfrm>
            <a:off x="335231" y="312874"/>
            <a:ext cx="4230000" cy="540000"/>
          </a:xfrm>
          <a:prstGeom prst="rect">
            <a:avLst/>
          </a:prstGeom>
        </p:spPr>
      </p:pic>
    </p:spTree>
    <p:extLst>
      <p:ext uri="{BB962C8B-B14F-4D97-AF65-F5344CB8AC3E}">
        <p14:creationId xmlns:p14="http://schemas.microsoft.com/office/powerpoint/2010/main" val="162764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Lst>
  <p:hf hdr="0"/>
  <p:txStyles>
    <p:titleStyle>
      <a:lvl1pPr algn="l" defTabSz="914400" rtl="0" eaLnBrk="1" latinLnBrk="0" hangingPunct="1">
        <a:lnSpc>
          <a:spcPct val="90000"/>
        </a:lnSpc>
        <a:spcBef>
          <a:spcPct val="0"/>
        </a:spcBef>
        <a:buNone/>
        <a:defRPr sz="4800" b="1" i="0"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Clr>
          <a:schemeClr val="accent2"/>
        </a:buClr>
        <a:buFontTx/>
        <a:buNone/>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userDrawn="1">
          <p15:clr>
            <a:srgbClr val="F26B43"/>
          </p15:clr>
        </p15:guide>
        <p15:guide id="11" orient="horz" pos="42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002/spe.4380220902"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Nadpis 1">
            <a:extLst>
              <a:ext uri="{FF2B5EF4-FFF2-40B4-BE49-F238E27FC236}">
                <a16:creationId xmlns:a16="http://schemas.microsoft.com/office/drawing/2014/main" id="{57F3F05D-35C6-282D-D8B6-83A6B06A3200}"/>
              </a:ext>
            </a:extLst>
          </p:cNvPr>
          <p:cNvSpPr txBox="1">
            <a:spLocks/>
          </p:cNvSpPr>
          <p:nvPr/>
        </p:nvSpPr>
        <p:spPr>
          <a:xfrm>
            <a:off x="202845" y="1538748"/>
            <a:ext cx="11807825" cy="1350180"/>
          </a:xfrm>
          <a:prstGeom prst="rect">
            <a:avLst/>
          </a:prstGeom>
        </p:spPr>
        <p:txBody>
          <a:bodyPr/>
          <a:lstStyle>
            <a:lvl1pPr algn="l" defTabSz="914400" rtl="0" eaLnBrk="1" latinLnBrk="0" hangingPunct="1">
              <a:lnSpc>
                <a:spcPct val="90000"/>
              </a:lnSpc>
              <a:spcBef>
                <a:spcPct val="0"/>
              </a:spcBef>
              <a:buNone/>
              <a:defRPr sz="4800" b="1" i="0" kern="1200">
                <a:solidFill>
                  <a:schemeClr val="accent2"/>
                </a:solidFill>
                <a:latin typeface="Calibri" panose="020F0502020204030204" pitchFamily="34" charset="0"/>
                <a:ea typeface="+mj-ea"/>
                <a:cs typeface="Calibri" panose="020F0502020204030204" pitchFamily="34" charset="0"/>
              </a:defRPr>
            </a:lvl1pPr>
          </a:lstStyle>
          <a:p>
            <a:pPr algn="ctr"/>
            <a:r>
              <a:rPr lang="en-US">
                <a:solidFill>
                  <a:srgbClr val="00A499"/>
                </a:solidFill>
              </a:rPr>
              <a:t>Trie Data Structure</a:t>
            </a:r>
          </a:p>
          <a:p>
            <a:pPr algn="ctr"/>
            <a:r>
              <a:rPr lang="cs-CZ">
                <a:solidFill>
                  <a:srgbClr val="00A499"/>
                </a:solidFill>
              </a:rPr>
              <a:t>Datová Struktura Trie</a:t>
            </a:r>
            <a:endParaRPr lang="cs-CZ" dirty="0">
              <a:solidFill>
                <a:srgbClr val="00A499"/>
              </a:solidFill>
            </a:endParaRPr>
          </a:p>
        </p:txBody>
      </p:sp>
      <p:sp>
        <p:nvSpPr>
          <p:cNvPr id="16" name="Podnadpis 2">
            <a:extLst>
              <a:ext uri="{FF2B5EF4-FFF2-40B4-BE49-F238E27FC236}">
                <a16:creationId xmlns:a16="http://schemas.microsoft.com/office/drawing/2014/main" id="{A03044F8-B58A-50E9-A107-19914B0AEBCC}"/>
              </a:ext>
            </a:extLst>
          </p:cNvPr>
          <p:cNvSpPr txBox="1">
            <a:spLocks/>
          </p:cNvSpPr>
          <p:nvPr/>
        </p:nvSpPr>
        <p:spPr>
          <a:xfrm>
            <a:off x="202845" y="3602037"/>
            <a:ext cx="11797067" cy="2598737"/>
          </a:xfrm>
          <a:prstGeom prst="rect">
            <a:avLst/>
          </a:prstGeom>
        </p:spPr>
        <p:txBody>
          <a:bodyPr/>
          <a:lstStyle>
            <a:lvl1pPr marL="0" indent="0" algn="l" defTabSz="914400" rtl="0" eaLnBrk="1" latinLnBrk="0" hangingPunct="1">
              <a:lnSpc>
                <a:spcPct val="90000"/>
              </a:lnSpc>
              <a:spcBef>
                <a:spcPts val="1000"/>
              </a:spcBef>
              <a:buClr>
                <a:schemeClr val="accent2"/>
              </a:buClr>
              <a:buFontTx/>
              <a:buNone/>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t>Author: Tuan Phong HUYNH</a:t>
            </a:r>
          </a:p>
          <a:p>
            <a:pPr algn="r"/>
            <a:r>
              <a:rPr lang="en-US"/>
              <a:t>Supervisor: Prof. Ing. Michal Krátký, Ph.D.</a:t>
            </a:r>
          </a:p>
          <a:p>
            <a:pPr algn="r"/>
            <a:r>
              <a:rPr lang="en-US"/>
              <a:t>Year: 2025</a:t>
            </a:r>
            <a:endParaRPr lang="cs-CZ" dirty="0"/>
          </a:p>
        </p:txBody>
      </p:sp>
    </p:spTree>
    <p:extLst>
      <p:ext uri="{BB962C8B-B14F-4D97-AF65-F5344CB8AC3E}">
        <p14:creationId xmlns:p14="http://schemas.microsoft.com/office/powerpoint/2010/main" val="271273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5969F3-EBB2-2F85-0996-64F9C4125ED7}"/>
              </a:ext>
            </a:extLst>
          </p:cNvPr>
          <p:cNvSpPr>
            <a:spLocks noGrp="1"/>
          </p:cNvSpPr>
          <p:nvPr>
            <p:ph type="sldNum" sz="quarter" idx="10"/>
          </p:nvPr>
        </p:nvSpPr>
        <p:spPr/>
        <p:txBody>
          <a:bodyPr/>
          <a:lstStyle/>
          <a:p>
            <a:fld id="{E57EA1BE-92D9-9E4F-B3B9-F1A717F85676}" type="slidenum">
              <a:rPr lang="cs-CZ" smtClean="0"/>
              <a:pPr/>
              <a:t>1</a:t>
            </a:fld>
            <a:endParaRPr lang="cs-CZ"/>
          </a:p>
        </p:txBody>
      </p:sp>
      <p:sp>
        <p:nvSpPr>
          <p:cNvPr id="3" name="Text Placeholder 2">
            <a:extLst>
              <a:ext uri="{FF2B5EF4-FFF2-40B4-BE49-F238E27FC236}">
                <a16:creationId xmlns:a16="http://schemas.microsoft.com/office/drawing/2014/main" id="{6F5D8597-393A-E1B1-ED14-9177A392E94F}"/>
              </a:ext>
            </a:extLst>
          </p:cNvPr>
          <p:cNvSpPr>
            <a:spLocks noGrp="1"/>
          </p:cNvSpPr>
          <p:nvPr>
            <p:ph type="body" sz="quarter" idx="14"/>
          </p:nvPr>
        </p:nvSpPr>
        <p:spPr/>
        <p:txBody>
          <a:bodyPr>
            <a:normAutofit/>
          </a:bodyPr>
          <a:lstStyle/>
          <a:p>
            <a:r>
              <a:rPr lang="en-US" sz="2800" b="1"/>
              <a:t>Introduction</a:t>
            </a:r>
            <a:r>
              <a:rPr lang="en-US" sz="2800"/>
              <a:t> – </a:t>
            </a:r>
          </a:p>
          <a:p>
            <a:r>
              <a:rPr lang="en-US" sz="2800"/>
              <a:t>What is a Trie?</a:t>
            </a:r>
          </a:p>
        </p:txBody>
      </p:sp>
      <p:sp>
        <p:nvSpPr>
          <p:cNvPr id="5" name="Content Placeholder 4">
            <a:extLst>
              <a:ext uri="{FF2B5EF4-FFF2-40B4-BE49-F238E27FC236}">
                <a16:creationId xmlns:a16="http://schemas.microsoft.com/office/drawing/2014/main" id="{A86EE6FF-EBC1-8C44-CBCA-572AC5F36F13}"/>
              </a:ext>
            </a:extLst>
          </p:cNvPr>
          <p:cNvSpPr>
            <a:spLocks noGrp="1"/>
          </p:cNvSpPr>
          <p:nvPr>
            <p:ph sz="quarter" idx="20"/>
          </p:nvPr>
        </p:nvSpPr>
        <p:spPr>
          <a:xfrm>
            <a:off x="4655808" y="819944"/>
            <a:ext cx="3249671" cy="5477372"/>
          </a:xfrm>
          <a:ln>
            <a:solidFill>
              <a:srgbClr val="F2F2F2"/>
            </a:solidFill>
          </a:ln>
        </p:spPr>
        <p:txBody>
          <a:bodyPr/>
          <a:lstStyle/>
          <a:p>
            <a:pPr marL="342900" indent="-342900">
              <a:buFont typeface="Arial" panose="020B0604020202020204" pitchFamily="34" charset="0"/>
              <a:buChar char="•"/>
            </a:pPr>
            <a:r>
              <a:rPr lang="en-US"/>
              <a:t>Known as a digital tree or prefix tree.</a:t>
            </a:r>
          </a:p>
          <a:p>
            <a:pPr marL="342900" indent="-342900">
              <a:buFont typeface="Arial" panose="020B0604020202020204" pitchFamily="34" charset="0"/>
              <a:buChar char="•"/>
            </a:pPr>
            <a:r>
              <a:rPr lang="en-US"/>
              <a:t>Used in autocomplete, spell-checking…</a:t>
            </a:r>
          </a:p>
          <a:p>
            <a:pPr marL="342900" indent="-342900">
              <a:buFont typeface="Arial" panose="020B0604020202020204" pitchFamily="34" charset="0"/>
              <a:buChar char="•"/>
            </a:pPr>
            <a:r>
              <a:rPr lang="en-US"/>
              <a:t>Searching time proportional to word length, not data size.</a:t>
            </a:r>
          </a:p>
          <a:p>
            <a:pPr marL="342900" indent="-342900">
              <a:buFont typeface="Arial" panose="020B0604020202020204" pitchFamily="34" charset="0"/>
              <a:buChar char="•"/>
            </a:pPr>
            <a:r>
              <a:rPr lang="en-US"/>
              <a:t>Challenging to implement efficiently for large alphabets (Unicode)</a:t>
            </a:r>
          </a:p>
        </p:txBody>
      </p:sp>
      <p:pic>
        <p:nvPicPr>
          <p:cNvPr id="8" name="Content Placeholder 7">
            <a:extLst>
              <a:ext uri="{FF2B5EF4-FFF2-40B4-BE49-F238E27FC236}">
                <a16:creationId xmlns:a16="http://schemas.microsoft.com/office/drawing/2014/main" id="{17D4160B-21F5-3F94-46FB-4A070E680F6D}"/>
              </a:ext>
            </a:extLst>
          </p:cNvPr>
          <p:cNvPicPr>
            <a:picLocks noGrp="1" noChangeAspect="1"/>
          </p:cNvPicPr>
          <p:nvPr>
            <p:ph sz="quarter" idx="21"/>
          </p:nvPr>
        </p:nvPicPr>
        <p:blipFill>
          <a:blip r:embed="rId2"/>
          <a:stretch>
            <a:fillRect/>
          </a:stretch>
        </p:blipFill>
        <p:spPr>
          <a:xfrm>
            <a:off x="8346300" y="1538748"/>
            <a:ext cx="3704433" cy="3435814"/>
          </a:xfrm>
        </p:spPr>
      </p:pic>
    </p:spTree>
    <p:extLst>
      <p:ext uri="{BB962C8B-B14F-4D97-AF65-F5344CB8AC3E}">
        <p14:creationId xmlns:p14="http://schemas.microsoft.com/office/powerpoint/2010/main" val="225923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9EBD1C-93B4-4DF4-A689-C464B0A37491}"/>
              </a:ext>
            </a:extLst>
          </p:cNvPr>
          <p:cNvSpPr>
            <a:spLocks noGrp="1"/>
          </p:cNvSpPr>
          <p:nvPr>
            <p:ph type="sldNum" sz="quarter" idx="10"/>
          </p:nvPr>
        </p:nvSpPr>
        <p:spPr/>
        <p:txBody>
          <a:bodyPr/>
          <a:lstStyle/>
          <a:p>
            <a:fld id="{E57EA1BE-92D9-9E4F-B3B9-F1A717F85676}" type="slidenum">
              <a:rPr lang="cs-CZ" smtClean="0"/>
              <a:pPr/>
              <a:t>2</a:t>
            </a:fld>
            <a:endParaRPr lang="cs-CZ"/>
          </a:p>
        </p:txBody>
      </p:sp>
      <p:sp>
        <p:nvSpPr>
          <p:cNvPr id="3" name="Text Placeholder 2">
            <a:extLst>
              <a:ext uri="{FF2B5EF4-FFF2-40B4-BE49-F238E27FC236}">
                <a16:creationId xmlns:a16="http://schemas.microsoft.com/office/drawing/2014/main" id="{37E2AEE1-D5E1-9555-1E59-EE0E48829F6E}"/>
              </a:ext>
            </a:extLst>
          </p:cNvPr>
          <p:cNvSpPr>
            <a:spLocks noGrp="1"/>
          </p:cNvSpPr>
          <p:nvPr>
            <p:ph type="body" sz="quarter" idx="14"/>
          </p:nvPr>
        </p:nvSpPr>
        <p:spPr/>
        <p:txBody>
          <a:bodyPr>
            <a:normAutofit/>
          </a:bodyPr>
          <a:lstStyle/>
          <a:p>
            <a:r>
              <a:rPr lang="en-US" sz="2800"/>
              <a:t>Objective of the Thesis</a:t>
            </a:r>
          </a:p>
        </p:txBody>
      </p:sp>
      <p:sp>
        <p:nvSpPr>
          <p:cNvPr id="4" name="Media Placeholder 3">
            <a:extLst>
              <a:ext uri="{FF2B5EF4-FFF2-40B4-BE49-F238E27FC236}">
                <a16:creationId xmlns:a16="http://schemas.microsoft.com/office/drawing/2014/main" id="{9C6FD973-8648-B37E-3D36-A8A163B96B0E}"/>
              </a:ext>
            </a:extLst>
          </p:cNvPr>
          <p:cNvSpPr>
            <a:spLocks noGrp="1"/>
          </p:cNvSpPr>
          <p:nvPr>
            <p:ph type="media" sz="quarter" idx="15"/>
          </p:nvPr>
        </p:nvSpPr>
        <p:spPr>
          <a:xfrm>
            <a:off x="4321834" y="908049"/>
            <a:ext cx="7444922" cy="5421645"/>
          </a:xfrm>
          <a:solidFill>
            <a:srgbClr val="F2F2F2"/>
          </a:solidFill>
        </p:spPr>
        <p:txBody>
          <a:bodyPr/>
          <a:lstStyle/>
          <a:p>
            <a:pPr marL="342900" indent="-342900">
              <a:buFont typeface="Arial" panose="020B0604020202020204" pitchFamily="34" charset="0"/>
              <a:buChar char="•"/>
            </a:pPr>
            <a:r>
              <a:rPr lang="en-US"/>
              <a:t>Analyze and compare different Trie data structures:</a:t>
            </a:r>
          </a:p>
          <a:p>
            <a:pPr marL="661988" lvl="1" indent="-342900"/>
            <a:r>
              <a:rPr lang="en-US"/>
              <a:t>Unsorted Trie</a:t>
            </a:r>
          </a:p>
          <a:p>
            <a:pPr marL="661988" lvl="1" indent="-342900"/>
            <a:r>
              <a:rPr lang="en-US"/>
              <a:t>Sorted Trie using Binary Search</a:t>
            </a:r>
          </a:p>
          <a:p>
            <a:pPr marL="661988" lvl="1" indent="-342900"/>
            <a:r>
              <a:rPr lang="en-US"/>
              <a:t>Hash Table Trie using Linear Probing</a:t>
            </a:r>
          </a:p>
          <a:p>
            <a:pPr marL="342900" indent="-342900">
              <a:buFont typeface="Arial" panose="020B0604020202020204" pitchFamily="34" charset="0"/>
              <a:buChar char="•"/>
            </a:pPr>
            <a:r>
              <a:rPr lang="en-US"/>
              <a:t>Focus on performance of 3 basic operations with large alphabet:</a:t>
            </a:r>
          </a:p>
          <a:p>
            <a:pPr marL="661988" lvl="1" indent="-342900"/>
            <a:r>
              <a:rPr lang="en-US"/>
              <a:t>Insert</a:t>
            </a:r>
          </a:p>
          <a:p>
            <a:pPr marL="661988" lvl="1" indent="-342900"/>
            <a:r>
              <a:rPr lang="en-US"/>
              <a:t>Search</a:t>
            </a:r>
          </a:p>
          <a:p>
            <a:pPr marL="661988" lvl="1" indent="-342900"/>
            <a:r>
              <a:rPr lang="en-US"/>
              <a:t>Delete</a:t>
            </a:r>
          </a:p>
          <a:p>
            <a:pPr marL="342900" indent="-342900">
              <a:buFont typeface="Arial" panose="020B0604020202020204" pitchFamily="34" charset="0"/>
              <a:buChar char="•"/>
            </a:pPr>
            <a:r>
              <a:rPr lang="en-US"/>
              <a:t>Compare results with:</a:t>
            </a:r>
          </a:p>
          <a:p>
            <a:pPr marL="661988" lvl="1" indent="-342900"/>
            <a:r>
              <a:rPr lang="en-US"/>
              <a:t> Sequential Array</a:t>
            </a:r>
          </a:p>
          <a:p>
            <a:pPr marL="661988" lvl="1" indent="-342900"/>
            <a:r>
              <a:rPr lang="en-US"/>
              <a:t>Compressed Trie</a:t>
            </a:r>
          </a:p>
          <a:p>
            <a:pPr marL="661988" lvl="1" indent="-342900"/>
            <a:r>
              <a:rPr lang="en-US"/>
              <a:t>Hash Table Trie using Quadratic Probing</a:t>
            </a:r>
          </a:p>
        </p:txBody>
      </p:sp>
    </p:spTree>
    <p:extLst>
      <p:ext uri="{BB962C8B-B14F-4D97-AF65-F5344CB8AC3E}">
        <p14:creationId xmlns:p14="http://schemas.microsoft.com/office/powerpoint/2010/main" val="10963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A10ED7-78B8-B747-6A4B-A28652A7B82A}"/>
              </a:ext>
            </a:extLst>
          </p:cNvPr>
          <p:cNvSpPr>
            <a:spLocks noGrp="1"/>
          </p:cNvSpPr>
          <p:nvPr>
            <p:ph type="sldNum" sz="quarter" idx="12"/>
          </p:nvPr>
        </p:nvSpPr>
        <p:spPr/>
        <p:txBody>
          <a:bodyPr/>
          <a:lstStyle/>
          <a:p>
            <a:fld id="{E57EA1BE-92D9-9E4F-B3B9-F1A717F85676}" type="slidenum">
              <a:rPr lang="cs-CZ" smtClean="0"/>
              <a:pPr/>
              <a:t>3</a:t>
            </a:fld>
            <a:endParaRPr lang="cs-CZ"/>
          </a:p>
        </p:txBody>
      </p:sp>
      <p:sp>
        <p:nvSpPr>
          <p:cNvPr id="5" name="Text Placeholder 4">
            <a:extLst>
              <a:ext uri="{FF2B5EF4-FFF2-40B4-BE49-F238E27FC236}">
                <a16:creationId xmlns:a16="http://schemas.microsoft.com/office/drawing/2014/main" id="{D34338EF-C47E-0258-63FD-69859EC437F6}"/>
              </a:ext>
            </a:extLst>
          </p:cNvPr>
          <p:cNvSpPr>
            <a:spLocks noGrp="1"/>
          </p:cNvSpPr>
          <p:nvPr>
            <p:ph type="body" sz="quarter" idx="16"/>
          </p:nvPr>
        </p:nvSpPr>
        <p:spPr/>
        <p:txBody>
          <a:bodyPr/>
          <a:lstStyle/>
          <a:p>
            <a:r>
              <a:rPr lang="en-US" sz="2800"/>
              <a:t>Node implementation: </a:t>
            </a:r>
          </a:p>
          <a:p>
            <a:r>
              <a:rPr lang="en-US" sz="2800"/>
              <a:t>unsorted Array</a:t>
            </a:r>
          </a:p>
          <a:p>
            <a:endParaRPr lang="en-US"/>
          </a:p>
        </p:txBody>
      </p:sp>
      <p:sp>
        <p:nvSpPr>
          <p:cNvPr id="6" name="Text Placeholder 5">
            <a:extLst>
              <a:ext uri="{FF2B5EF4-FFF2-40B4-BE49-F238E27FC236}">
                <a16:creationId xmlns:a16="http://schemas.microsoft.com/office/drawing/2014/main" id="{BD2E169E-96E1-9225-0F0E-139EBF745D57}"/>
              </a:ext>
            </a:extLst>
          </p:cNvPr>
          <p:cNvSpPr>
            <a:spLocks noGrp="1"/>
          </p:cNvSpPr>
          <p:nvPr>
            <p:ph type="body" sz="quarter" idx="19"/>
          </p:nvPr>
        </p:nvSpPr>
        <p:spPr/>
        <p:txBody>
          <a:bodyPr/>
          <a:lstStyle/>
          <a:p>
            <a:r>
              <a:rPr lang="en-US"/>
              <a:t>|𝐶|: The actual number of children in a node</a:t>
            </a:r>
          </a:p>
          <a:p>
            <a:pPr marL="342900" indent="-342900">
              <a:buFont typeface="Arial" panose="020B0604020202020204" pitchFamily="34" charset="0"/>
              <a:buChar char="•"/>
            </a:pPr>
            <a:r>
              <a:rPr lang="en-US"/>
              <a:t>Insert: O(|𝐶|)</a:t>
            </a:r>
          </a:p>
          <a:p>
            <a:pPr marL="342900" indent="-342900">
              <a:buFont typeface="Arial" panose="020B0604020202020204" pitchFamily="34" charset="0"/>
              <a:buChar char="•"/>
            </a:pPr>
            <a:r>
              <a:rPr lang="en-US"/>
              <a:t>Search: O(|𝐶|)</a:t>
            </a:r>
          </a:p>
          <a:p>
            <a:pPr marL="342900" indent="-342900">
              <a:buFont typeface="Arial" panose="020B0604020202020204" pitchFamily="34" charset="0"/>
              <a:buChar char="•"/>
            </a:pPr>
            <a:r>
              <a:rPr lang="en-US"/>
              <a:t>Delete: O(|𝐶|)</a:t>
            </a:r>
          </a:p>
          <a:p>
            <a:endParaRPr lang="en-US"/>
          </a:p>
        </p:txBody>
      </p:sp>
      <p:pic>
        <p:nvPicPr>
          <p:cNvPr id="8" name="Picture 7" descr="A diagram of a computer code&#10;&#10;AI-generated content may be incorrect.">
            <a:extLst>
              <a:ext uri="{FF2B5EF4-FFF2-40B4-BE49-F238E27FC236}">
                <a16:creationId xmlns:a16="http://schemas.microsoft.com/office/drawing/2014/main" id="{116C09BD-CD8D-0096-5A06-F82CD5F538B1}"/>
              </a:ext>
            </a:extLst>
          </p:cNvPr>
          <p:cNvPicPr>
            <a:picLocks noChangeAspect="1"/>
          </p:cNvPicPr>
          <p:nvPr/>
        </p:nvPicPr>
        <p:blipFill>
          <a:blip r:embed="rId2"/>
          <a:stretch>
            <a:fillRect/>
          </a:stretch>
        </p:blipFill>
        <p:spPr>
          <a:xfrm>
            <a:off x="4925844" y="470436"/>
            <a:ext cx="6120816" cy="5917128"/>
          </a:xfrm>
          <a:prstGeom prst="rect">
            <a:avLst/>
          </a:prstGeom>
        </p:spPr>
      </p:pic>
    </p:spTree>
    <p:extLst>
      <p:ext uri="{BB962C8B-B14F-4D97-AF65-F5344CB8AC3E}">
        <p14:creationId xmlns:p14="http://schemas.microsoft.com/office/powerpoint/2010/main" val="3037201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4506-0530-4021-9277-FEDA9B5D68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D93793-723E-963B-A6B8-C36AACE06923}"/>
              </a:ext>
            </a:extLst>
          </p:cNvPr>
          <p:cNvSpPr>
            <a:spLocks noGrp="1"/>
          </p:cNvSpPr>
          <p:nvPr>
            <p:ph type="sldNum" sz="quarter" idx="12"/>
          </p:nvPr>
        </p:nvSpPr>
        <p:spPr/>
        <p:txBody>
          <a:bodyPr/>
          <a:lstStyle/>
          <a:p>
            <a:fld id="{E57EA1BE-92D9-9E4F-B3B9-F1A717F85676}" type="slidenum">
              <a:rPr lang="cs-CZ" smtClean="0"/>
              <a:pPr/>
              <a:t>4</a:t>
            </a:fld>
            <a:endParaRPr lang="cs-CZ"/>
          </a:p>
        </p:txBody>
      </p:sp>
      <p:sp>
        <p:nvSpPr>
          <p:cNvPr id="5" name="Text Placeholder 4">
            <a:extLst>
              <a:ext uri="{FF2B5EF4-FFF2-40B4-BE49-F238E27FC236}">
                <a16:creationId xmlns:a16="http://schemas.microsoft.com/office/drawing/2014/main" id="{62CCAF5E-CE70-5FDC-4133-1AC332FACFBD}"/>
              </a:ext>
            </a:extLst>
          </p:cNvPr>
          <p:cNvSpPr>
            <a:spLocks noGrp="1"/>
          </p:cNvSpPr>
          <p:nvPr>
            <p:ph type="body" sz="quarter" idx="16"/>
          </p:nvPr>
        </p:nvSpPr>
        <p:spPr/>
        <p:txBody>
          <a:bodyPr/>
          <a:lstStyle/>
          <a:p>
            <a:r>
              <a:rPr lang="en-US" sz="2800"/>
              <a:t>Node implementation: sorted Array</a:t>
            </a:r>
          </a:p>
          <a:p>
            <a:endParaRPr lang="en-US"/>
          </a:p>
        </p:txBody>
      </p:sp>
      <p:sp>
        <p:nvSpPr>
          <p:cNvPr id="6" name="Text Placeholder 5">
            <a:extLst>
              <a:ext uri="{FF2B5EF4-FFF2-40B4-BE49-F238E27FC236}">
                <a16:creationId xmlns:a16="http://schemas.microsoft.com/office/drawing/2014/main" id="{46162F11-8CFD-C769-8D69-570465B2F5C2}"/>
              </a:ext>
            </a:extLst>
          </p:cNvPr>
          <p:cNvSpPr>
            <a:spLocks noGrp="1"/>
          </p:cNvSpPr>
          <p:nvPr>
            <p:ph type="body" sz="quarter" idx="19"/>
          </p:nvPr>
        </p:nvSpPr>
        <p:spPr/>
        <p:txBody>
          <a:bodyPr/>
          <a:lstStyle/>
          <a:p>
            <a:r>
              <a:rPr lang="en-US"/>
              <a:t>|𝐶|: The actual number of children in a node</a:t>
            </a:r>
          </a:p>
          <a:p>
            <a:pPr marL="342900" indent="-342900">
              <a:buFont typeface="Arial" panose="020B0604020202020204" pitchFamily="34" charset="0"/>
              <a:buChar char="•"/>
            </a:pPr>
            <a:r>
              <a:rPr lang="en-US"/>
              <a:t>Insert: O(|𝐶|) </a:t>
            </a:r>
            <a:r>
              <a:rPr lang="en-US">
                <a:sym typeface="Symbol" panose="05050102010706020507" pitchFamily="18" charset="2"/>
              </a:rPr>
              <a:t> </a:t>
            </a:r>
            <a:r>
              <a:rPr lang="en-US"/>
              <a:t>O(log|𝐶|) </a:t>
            </a:r>
          </a:p>
          <a:p>
            <a:pPr marL="342900" indent="-342900">
              <a:buFont typeface="Arial" panose="020B0604020202020204" pitchFamily="34" charset="0"/>
              <a:buChar char="•"/>
            </a:pPr>
            <a:r>
              <a:rPr lang="en-US"/>
              <a:t>Search: O(log|𝐶|)</a:t>
            </a:r>
          </a:p>
          <a:p>
            <a:pPr marL="342900" indent="-342900">
              <a:buFont typeface="Arial" panose="020B0604020202020204" pitchFamily="34" charset="0"/>
              <a:buChar char="•"/>
            </a:pPr>
            <a:r>
              <a:rPr lang="en-US"/>
              <a:t>Delete: O(log|𝐶|)</a:t>
            </a:r>
          </a:p>
          <a:p>
            <a:endParaRPr lang="en-US"/>
          </a:p>
        </p:txBody>
      </p:sp>
      <p:pic>
        <p:nvPicPr>
          <p:cNvPr id="4" name="Picture 3" descr="A computer screen shot of a diagram&#10;&#10;AI-generated content may be incorrect.">
            <a:extLst>
              <a:ext uri="{FF2B5EF4-FFF2-40B4-BE49-F238E27FC236}">
                <a16:creationId xmlns:a16="http://schemas.microsoft.com/office/drawing/2014/main" id="{7845FA7C-379C-42E9-218E-F8793A46377F}"/>
              </a:ext>
            </a:extLst>
          </p:cNvPr>
          <p:cNvPicPr>
            <a:picLocks noChangeAspect="1"/>
          </p:cNvPicPr>
          <p:nvPr/>
        </p:nvPicPr>
        <p:blipFill>
          <a:blip r:embed="rId2"/>
          <a:stretch>
            <a:fillRect/>
          </a:stretch>
        </p:blipFill>
        <p:spPr>
          <a:xfrm>
            <a:off x="4967578" y="389660"/>
            <a:ext cx="6179823" cy="6078680"/>
          </a:xfrm>
          <a:prstGeom prst="rect">
            <a:avLst/>
          </a:prstGeom>
        </p:spPr>
      </p:pic>
    </p:spTree>
    <p:extLst>
      <p:ext uri="{BB962C8B-B14F-4D97-AF65-F5344CB8AC3E}">
        <p14:creationId xmlns:p14="http://schemas.microsoft.com/office/powerpoint/2010/main" val="2486034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E7BC-A52D-3CE5-F770-75490017F8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A3565D-1495-E899-C427-585D3E1445F2}"/>
              </a:ext>
            </a:extLst>
          </p:cNvPr>
          <p:cNvSpPr>
            <a:spLocks noGrp="1"/>
          </p:cNvSpPr>
          <p:nvPr>
            <p:ph type="sldNum" sz="quarter" idx="12"/>
          </p:nvPr>
        </p:nvSpPr>
        <p:spPr/>
        <p:txBody>
          <a:bodyPr/>
          <a:lstStyle/>
          <a:p>
            <a:fld id="{E57EA1BE-92D9-9E4F-B3B9-F1A717F85676}" type="slidenum">
              <a:rPr lang="cs-CZ" smtClean="0"/>
              <a:pPr/>
              <a:t>5</a:t>
            </a:fld>
            <a:endParaRPr lang="cs-CZ"/>
          </a:p>
        </p:txBody>
      </p:sp>
      <p:sp>
        <p:nvSpPr>
          <p:cNvPr id="5" name="Text Placeholder 4">
            <a:extLst>
              <a:ext uri="{FF2B5EF4-FFF2-40B4-BE49-F238E27FC236}">
                <a16:creationId xmlns:a16="http://schemas.microsoft.com/office/drawing/2014/main" id="{4A30EE3F-34EB-B100-C195-6693543A33E8}"/>
              </a:ext>
            </a:extLst>
          </p:cNvPr>
          <p:cNvSpPr>
            <a:spLocks noGrp="1"/>
          </p:cNvSpPr>
          <p:nvPr>
            <p:ph type="body" sz="quarter" idx="16"/>
          </p:nvPr>
        </p:nvSpPr>
        <p:spPr>
          <a:xfrm>
            <a:off x="442913" y="815665"/>
            <a:ext cx="3492478" cy="1422370"/>
          </a:xfrm>
        </p:spPr>
        <p:txBody>
          <a:bodyPr/>
          <a:lstStyle/>
          <a:p>
            <a:r>
              <a:rPr lang="en-US" sz="2800"/>
              <a:t>Node implementation: Hash Table</a:t>
            </a:r>
          </a:p>
          <a:p>
            <a:endParaRPr lang="en-US"/>
          </a:p>
        </p:txBody>
      </p:sp>
      <p:sp>
        <p:nvSpPr>
          <p:cNvPr id="6" name="Text Placeholder 5">
            <a:extLst>
              <a:ext uri="{FF2B5EF4-FFF2-40B4-BE49-F238E27FC236}">
                <a16:creationId xmlns:a16="http://schemas.microsoft.com/office/drawing/2014/main" id="{85EC1BEC-8490-85BF-60B7-DFAF72B2BD6E}"/>
              </a:ext>
            </a:extLst>
          </p:cNvPr>
          <p:cNvSpPr>
            <a:spLocks noGrp="1"/>
          </p:cNvSpPr>
          <p:nvPr>
            <p:ph type="body" sz="quarter" idx="19"/>
          </p:nvPr>
        </p:nvSpPr>
        <p:spPr/>
        <p:txBody>
          <a:bodyPr/>
          <a:lstStyle/>
          <a:p>
            <a:r>
              <a:rPr lang="en-US"/>
              <a:t>|𝐶|: The actual number of children in a node</a:t>
            </a:r>
          </a:p>
          <a:p>
            <a:pPr marL="342900" indent="-342900">
              <a:buFont typeface="Arial" panose="020B0604020202020204" pitchFamily="34" charset="0"/>
              <a:buChar char="•"/>
            </a:pPr>
            <a:r>
              <a:rPr lang="en-US"/>
              <a:t>Insert: O(1)</a:t>
            </a:r>
          </a:p>
          <a:p>
            <a:pPr marL="611188" lvl="1" indent="-342900"/>
            <a:r>
              <a:rPr lang="en-US"/>
              <a:t>Worse case: O(|𝐶|)</a:t>
            </a:r>
          </a:p>
          <a:p>
            <a:pPr marL="342900" indent="-342900">
              <a:buFont typeface="Arial" panose="020B0604020202020204" pitchFamily="34" charset="0"/>
              <a:buChar char="•"/>
            </a:pPr>
            <a:r>
              <a:rPr lang="en-US"/>
              <a:t>Search: O(1)</a:t>
            </a:r>
          </a:p>
          <a:p>
            <a:pPr marL="342900" indent="-342900">
              <a:buFont typeface="Arial" panose="020B0604020202020204" pitchFamily="34" charset="0"/>
              <a:buChar char="•"/>
            </a:pPr>
            <a:r>
              <a:rPr lang="en-US"/>
              <a:t>Delete: O(1)</a:t>
            </a:r>
          </a:p>
          <a:p>
            <a:endParaRPr lang="en-US"/>
          </a:p>
        </p:txBody>
      </p:sp>
      <p:pic>
        <p:nvPicPr>
          <p:cNvPr id="4" name="Picture 3" descr="A screenshot of a computer program&#10;&#10;AI-generated content may be incorrect.">
            <a:extLst>
              <a:ext uri="{FF2B5EF4-FFF2-40B4-BE49-F238E27FC236}">
                <a16:creationId xmlns:a16="http://schemas.microsoft.com/office/drawing/2014/main" id="{70B91B7A-F9BF-3290-A666-58A881BD086F}"/>
              </a:ext>
            </a:extLst>
          </p:cNvPr>
          <p:cNvPicPr>
            <a:picLocks noChangeAspect="1"/>
          </p:cNvPicPr>
          <p:nvPr/>
        </p:nvPicPr>
        <p:blipFill>
          <a:blip r:embed="rId2"/>
          <a:stretch>
            <a:fillRect/>
          </a:stretch>
        </p:blipFill>
        <p:spPr>
          <a:xfrm>
            <a:off x="3800177" y="226080"/>
            <a:ext cx="7805764" cy="6180917"/>
          </a:xfrm>
          <a:prstGeom prst="rect">
            <a:avLst/>
          </a:prstGeom>
        </p:spPr>
      </p:pic>
    </p:spTree>
    <p:extLst>
      <p:ext uri="{BB962C8B-B14F-4D97-AF65-F5344CB8AC3E}">
        <p14:creationId xmlns:p14="http://schemas.microsoft.com/office/powerpoint/2010/main" val="120050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98BE-21B3-B2C2-D730-0DF16A4652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89FC67-73D8-DDDD-4C8C-CC724280E388}"/>
              </a:ext>
            </a:extLst>
          </p:cNvPr>
          <p:cNvSpPr>
            <a:spLocks noGrp="1"/>
          </p:cNvSpPr>
          <p:nvPr>
            <p:ph type="sldNum" sz="quarter" idx="12"/>
          </p:nvPr>
        </p:nvSpPr>
        <p:spPr/>
        <p:txBody>
          <a:bodyPr/>
          <a:lstStyle/>
          <a:p>
            <a:fld id="{E57EA1BE-92D9-9E4F-B3B9-F1A717F85676}" type="slidenum">
              <a:rPr lang="cs-CZ" smtClean="0"/>
              <a:t>6</a:t>
            </a:fld>
            <a:endParaRPr lang="cs-CZ"/>
          </a:p>
        </p:txBody>
      </p:sp>
      <p:sp>
        <p:nvSpPr>
          <p:cNvPr id="4" name="Text Placeholder 3">
            <a:extLst>
              <a:ext uri="{FF2B5EF4-FFF2-40B4-BE49-F238E27FC236}">
                <a16:creationId xmlns:a16="http://schemas.microsoft.com/office/drawing/2014/main" id="{D39E2677-B86F-60C8-3AE7-AA33A8B7486A}"/>
              </a:ext>
            </a:extLst>
          </p:cNvPr>
          <p:cNvSpPr>
            <a:spLocks noGrp="1"/>
          </p:cNvSpPr>
          <p:nvPr>
            <p:ph type="body" sz="quarter" idx="13"/>
          </p:nvPr>
        </p:nvSpPr>
        <p:spPr/>
        <p:txBody>
          <a:bodyPr/>
          <a:lstStyle/>
          <a:p>
            <a:r>
              <a:rPr lang="en-US"/>
              <a:t>Experiment: Insert – Time </a:t>
            </a:r>
          </a:p>
        </p:txBody>
      </p:sp>
      <p:pic>
        <p:nvPicPr>
          <p:cNvPr id="1026" name="Picture 2">
            <a:extLst>
              <a:ext uri="{FF2B5EF4-FFF2-40B4-BE49-F238E27FC236}">
                <a16:creationId xmlns:a16="http://schemas.microsoft.com/office/drawing/2014/main" id="{1D7DB015-78CB-BA8D-66CC-2372BCF65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135" y="1465215"/>
            <a:ext cx="9803164" cy="4864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314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0D8F6-F378-A591-97C4-4F9E11D07E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562E33-3A30-31F1-6EFC-BD2C4A767D55}"/>
              </a:ext>
            </a:extLst>
          </p:cNvPr>
          <p:cNvSpPr>
            <a:spLocks noGrp="1"/>
          </p:cNvSpPr>
          <p:nvPr>
            <p:ph type="sldNum" sz="quarter" idx="12"/>
          </p:nvPr>
        </p:nvSpPr>
        <p:spPr/>
        <p:txBody>
          <a:bodyPr/>
          <a:lstStyle/>
          <a:p>
            <a:fld id="{E57EA1BE-92D9-9E4F-B3B9-F1A717F85676}" type="slidenum">
              <a:rPr lang="cs-CZ" smtClean="0"/>
              <a:t>7</a:t>
            </a:fld>
            <a:endParaRPr lang="cs-CZ"/>
          </a:p>
        </p:txBody>
      </p:sp>
      <p:sp>
        <p:nvSpPr>
          <p:cNvPr id="4" name="Text Placeholder 3">
            <a:extLst>
              <a:ext uri="{FF2B5EF4-FFF2-40B4-BE49-F238E27FC236}">
                <a16:creationId xmlns:a16="http://schemas.microsoft.com/office/drawing/2014/main" id="{B97C352F-0DF4-D020-0BC0-F4AE65A141AA}"/>
              </a:ext>
            </a:extLst>
          </p:cNvPr>
          <p:cNvSpPr>
            <a:spLocks noGrp="1"/>
          </p:cNvSpPr>
          <p:nvPr>
            <p:ph type="body" sz="quarter" idx="13"/>
          </p:nvPr>
        </p:nvSpPr>
        <p:spPr/>
        <p:txBody>
          <a:bodyPr/>
          <a:lstStyle/>
          <a:p>
            <a:r>
              <a:rPr lang="en-US"/>
              <a:t>Experiment: Insert – Memory </a:t>
            </a:r>
          </a:p>
        </p:txBody>
      </p:sp>
      <p:pic>
        <p:nvPicPr>
          <p:cNvPr id="2050" name="Picture 2">
            <a:extLst>
              <a:ext uri="{FF2B5EF4-FFF2-40B4-BE49-F238E27FC236}">
                <a16:creationId xmlns:a16="http://schemas.microsoft.com/office/drawing/2014/main" id="{45EFA5C7-5B63-A50E-DE08-33DACCB08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412" y="1406738"/>
            <a:ext cx="9893176" cy="4909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59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AD89A-DC0B-A250-69A5-C5CD42A3883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8CF31F-57B3-B2D6-DF0C-AAB5E24F9361}"/>
              </a:ext>
            </a:extLst>
          </p:cNvPr>
          <p:cNvSpPr>
            <a:spLocks noGrp="1"/>
          </p:cNvSpPr>
          <p:nvPr>
            <p:ph type="sldNum" sz="quarter" idx="12"/>
          </p:nvPr>
        </p:nvSpPr>
        <p:spPr/>
        <p:txBody>
          <a:bodyPr/>
          <a:lstStyle/>
          <a:p>
            <a:fld id="{E57EA1BE-92D9-9E4F-B3B9-F1A717F85676}" type="slidenum">
              <a:rPr lang="cs-CZ" smtClean="0"/>
              <a:t>8</a:t>
            </a:fld>
            <a:endParaRPr lang="cs-CZ"/>
          </a:p>
        </p:txBody>
      </p:sp>
      <p:sp>
        <p:nvSpPr>
          <p:cNvPr id="4" name="Text Placeholder 3">
            <a:extLst>
              <a:ext uri="{FF2B5EF4-FFF2-40B4-BE49-F238E27FC236}">
                <a16:creationId xmlns:a16="http://schemas.microsoft.com/office/drawing/2014/main" id="{FC642EF2-1E29-A4C6-E8D8-FABACD0E0707}"/>
              </a:ext>
            </a:extLst>
          </p:cNvPr>
          <p:cNvSpPr>
            <a:spLocks noGrp="1"/>
          </p:cNvSpPr>
          <p:nvPr>
            <p:ph type="body" sz="quarter" idx="13"/>
          </p:nvPr>
        </p:nvSpPr>
        <p:spPr/>
        <p:txBody>
          <a:bodyPr/>
          <a:lstStyle/>
          <a:p>
            <a:r>
              <a:rPr lang="en-US"/>
              <a:t>Experiment: Insert of Compressed Trie – Memory </a:t>
            </a:r>
          </a:p>
        </p:txBody>
      </p:sp>
      <p:pic>
        <p:nvPicPr>
          <p:cNvPr id="3074" name="Picture 2">
            <a:extLst>
              <a:ext uri="{FF2B5EF4-FFF2-40B4-BE49-F238E27FC236}">
                <a16:creationId xmlns:a16="http://schemas.microsoft.com/office/drawing/2014/main" id="{E5B4F3F0-1677-40C3-F0B3-89D476694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117" y="1331219"/>
            <a:ext cx="10073200" cy="4998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504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4679C-6B50-C661-1A63-CAA7CB21E8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7C8509-334F-D169-006E-3D8D397BF69C}"/>
              </a:ext>
            </a:extLst>
          </p:cNvPr>
          <p:cNvSpPr>
            <a:spLocks noGrp="1"/>
          </p:cNvSpPr>
          <p:nvPr>
            <p:ph type="sldNum" sz="quarter" idx="12"/>
          </p:nvPr>
        </p:nvSpPr>
        <p:spPr/>
        <p:txBody>
          <a:bodyPr/>
          <a:lstStyle/>
          <a:p>
            <a:fld id="{E57EA1BE-92D9-9E4F-B3B9-F1A717F85676}" type="slidenum">
              <a:rPr lang="cs-CZ" smtClean="0"/>
              <a:t>9</a:t>
            </a:fld>
            <a:endParaRPr lang="cs-CZ"/>
          </a:p>
        </p:txBody>
      </p:sp>
      <p:sp>
        <p:nvSpPr>
          <p:cNvPr id="4" name="Text Placeholder 3">
            <a:extLst>
              <a:ext uri="{FF2B5EF4-FFF2-40B4-BE49-F238E27FC236}">
                <a16:creationId xmlns:a16="http://schemas.microsoft.com/office/drawing/2014/main" id="{189D196C-E1E1-DEA3-34CF-34873DDF938E}"/>
              </a:ext>
            </a:extLst>
          </p:cNvPr>
          <p:cNvSpPr>
            <a:spLocks noGrp="1"/>
          </p:cNvSpPr>
          <p:nvPr>
            <p:ph type="body" sz="quarter" idx="13"/>
          </p:nvPr>
        </p:nvSpPr>
        <p:spPr/>
        <p:txBody>
          <a:bodyPr/>
          <a:lstStyle/>
          <a:p>
            <a:r>
              <a:rPr lang="en-US"/>
              <a:t>Experiment: Search – Time </a:t>
            </a:r>
          </a:p>
        </p:txBody>
      </p:sp>
      <p:pic>
        <p:nvPicPr>
          <p:cNvPr id="5" name="Picture 4">
            <a:extLst>
              <a:ext uri="{FF2B5EF4-FFF2-40B4-BE49-F238E27FC236}">
                <a16:creationId xmlns:a16="http://schemas.microsoft.com/office/drawing/2014/main" id="{9F4809C1-5EBC-F1D0-8847-2DB2C8A5ABAA}"/>
              </a:ext>
            </a:extLst>
          </p:cNvPr>
          <p:cNvPicPr>
            <a:picLocks noChangeAspect="1"/>
          </p:cNvPicPr>
          <p:nvPr/>
        </p:nvPicPr>
        <p:blipFill>
          <a:blip r:embed="rId2"/>
          <a:stretch>
            <a:fillRect/>
          </a:stretch>
        </p:blipFill>
        <p:spPr>
          <a:xfrm>
            <a:off x="908913" y="1538748"/>
            <a:ext cx="10374173" cy="2038635"/>
          </a:xfrm>
          <a:prstGeom prst="rect">
            <a:avLst/>
          </a:prstGeom>
        </p:spPr>
      </p:pic>
      <p:pic>
        <p:nvPicPr>
          <p:cNvPr id="6" name="Picture 5">
            <a:extLst>
              <a:ext uri="{FF2B5EF4-FFF2-40B4-BE49-F238E27FC236}">
                <a16:creationId xmlns:a16="http://schemas.microsoft.com/office/drawing/2014/main" id="{30B74E71-A54E-8856-9931-DEC6BA6AA712}"/>
              </a:ext>
            </a:extLst>
          </p:cNvPr>
          <p:cNvPicPr>
            <a:picLocks noChangeAspect="1"/>
          </p:cNvPicPr>
          <p:nvPr/>
        </p:nvPicPr>
        <p:blipFill>
          <a:blip r:embed="rId3"/>
          <a:stretch>
            <a:fillRect/>
          </a:stretch>
        </p:blipFill>
        <p:spPr>
          <a:xfrm>
            <a:off x="975598" y="3789048"/>
            <a:ext cx="10307488" cy="2029108"/>
          </a:xfrm>
          <a:prstGeom prst="rect">
            <a:avLst/>
          </a:prstGeom>
        </p:spPr>
      </p:pic>
    </p:spTree>
    <p:extLst>
      <p:ext uri="{BB962C8B-B14F-4D97-AF65-F5344CB8AC3E}">
        <p14:creationId xmlns:p14="http://schemas.microsoft.com/office/powerpoint/2010/main" val="2566000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2582-2766-86C7-B3BC-BA7131965D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CE2C5F-DB6E-E7CA-E510-11FD1B0372D2}"/>
              </a:ext>
            </a:extLst>
          </p:cNvPr>
          <p:cNvSpPr>
            <a:spLocks noGrp="1"/>
          </p:cNvSpPr>
          <p:nvPr>
            <p:ph type="sldNum" sz="quarter" idx="12"/>
          </p:nvPr>
        </p:nvSpPr>
        <p:spPr/>
        <p:txBody>
          <a:bodyPr/>
          <a:lstStyle/>
          <a:p>
            <a:fld id="{E57EA1BE-92D9-9E4F-B3B9-F1A717F85676}" type="slidenum">
              <a:rPr lang="cs-CZ" smtClean="0"/>
              <a:t>10</a:t>
            </a:fld>
            <a:endParaRPr lang="cs-CZ"/>
          </a:p>
        </p:txBody>
      </p:sp>
      <p:sp>
        <p:nvSpPr>
          <p:cNvPr id="4" name="Text Placeholder 3">
            <a:extLst>
              <a:ext uri="{FF2B5EF4-FFF2-40B4-BE49-F238E27FC236}">
                <a16:creationId xmlns:a16="http://schemas.microsoft.com/office/drawing/2014/main" id="{4DD0E5C6-F5E0-B1FB-0146-FBE2A84D6575}"/>
              </a:ext>
            </a:extLst>
          </p:cNvPr>
          <p:cNvSpPr>
            <a:spLocks noGrp="1"/>
          </p:cNvSpPr>
          <p:nvPr>
            <p:ph type="body" sz="quarter" idx="13"/>
          </p:nvPr>
        </p:nvSpPr>
        <p:spPr/>
        <p:txBody>
          <a:bodyPr/>
          <a:lstStyle/>
          <a:p>
            <a:r>
              <a:rPr lang="en-US"/>
              <a:t>Experiment: Search of Linear Probing and Quadratic Probing – Time</a:t>
            </a:r>
          </a:p>
        </p:txBody>
      </p:sp>
      <p:pic>
        <p:nvPicPr>
          <p:cNvPr id="3" name="Picture 2">
            <a:extLst>
              <a:ext uri="{FF2B5EF4-FFF2-40B4-BE49-F238E27FC236}">
                <a16:creationId xmlns:a16="http://schemas.microsoft.com/office/drawing/2014/main" id="{E718BE1F-F95F-2769-E0B3-DEB8763BD802}"/>
              </a:ext>
            </a:extLst>
          </p:cNvPr>
          <p:cNvPicPr>
            <a:picLocks noChangeAspect="1"/>
          </p:cNvPicPr>
          <p:nvPr/>
        </p:nvPicPr>
        <p:blipFill>
          <a:blip r:embed="rId2"/>
          <a:stretch>
            <a:fillRect/>
          </a:stretch>
        </p:blipFill>
        <p:spPr>
          <a:xfrm>
            <a:off x="1035803" y="2258844"/>
            <a:ext cx="10247828" cy="2790372"/>
          </a:xfrm>
          <a:prstGeom prst="rect">
            <a:avLst/>
          </a:prstGeom>
        </p:spPr>
      </p:pic>
    </p:spTree>
    <p:extLst>
      <p:ext uri="{BB962C8B-B14F-4D97-AF65-F5344CB8AC3E}">
        <p14:creationId xmlns:p14="http://schemas.microsoft.com/office/powerpoint/2010/main" val="1548317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014C-8D12-BAE1-8870-7D148F0ED8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467AC-E3E5-6707-B4D3-237D8FDE69BF}"/>
              </a:ext>
            </a:extLst>
          </p:cNvPr>
          <p:cNvSpPr>
            <a:spLocks noGrp="1"/>
          </p:cNvSpPr>
          <p:nvPr>
            <p:ph type="sldNum" sz="quarter" idx="12"/>
          </p:nvPr>
        </p:nvSpPr>
        <p:spPr/>
        <p:txBody>
          <a:bodyPr/>
          <a:lstStyle/>
          <a:p>
            <a:fld id="{E57EA1BE-92D9-9E4F-B3B9-F1A717F85676}" type="slidenum">
              <a:rPr lang="cs-CZ" smtClean="0"/>
              <a:t>11</a:t>
            </a:fld>
            <a:endParaRPr lang="cs-CZ"/>
          </a:p>
        </p:txBody>
      </p:sp>
      <p:sp>
        <p:nvSpPr>
          <p:cNvPr id="4" name="Text Placeholder 3">
            <a:extLst>
              <a:ext uri="{FF2B5EF4-FFF2-40B4-BE49-F238E27FC236}">
                <a16:creationId xmlns:a16="http://schemas.microsoft.com/office/drawing/2014/main" id="{90C462FD-413B-10BB-9F35-61128E13126A}"/>
              </a:ext>
            </a:extLst>
          </p:cNvPr>
          <p:cNvSpPr>
            <a:spLocks noGrp="1"/>
          </p:cNvSpPr>
          <p:nvPr>
            <p:ph type="body" sz="quarter" idx="13"/>
          </p:nvPr>
        </p:nvSpPr>
        <p:spPr/>
        <p:txBody>
          <a:bodyPr/>
          <a:lstStyle/>
          <a:p>
            <a:r>
              <a:rPr lang="en-US"/>
              <a:t>Experiment: Delete – Time</a:t>
            </a:r>
          </a:p>
        </p:txBody>
      </p:sp>
      <p:pic>
        <p:nvPicPr>
          <p:cNvPr id="5" name="Picture 4">
            <a:extLst>
              <a:ext uri="{FF2B5EF4-FFF2-40B4-BE49-F238E27FC236}">
                <a16:creationId xmlns:a16="http://schemas.microsoft.com/office/drawing/2014/main" id="{82D07FEB-894A-5080-7E2A-560ADF45A179}"/>
              </a:ext>
            </a:extLst>
          </p:cNvPr>
          <p:cNvPicPr>
            <a:picLocks noChangeAspect="1"/>
          </p:cNvPicPr>
          <p:nvPr/>
        </p:nvPicPr>
        <p:blipFill>
          <a:blip r:embed="rId2"/>
          <a:stretch>
            <a:fillRect/>
          </a:stretch>
        </p:blipFill>
        <p:spPr>
          <a:xfrm>
            <a:off x="588786" y="2618892"/>
            <a:ext cx="11014427" cy="2160288"/>
          </a:xfrm>
          <a:prstGeom prst="rect">
            <a:avLst/>
          </a:prstGeom>
        </p:spPr>
      </p:pic>
    </p:spTree>
    <p:extLst>
      <p:ext uri="{BB962C8B-B14F-4D97-AF65-F5344CB8AC3E}">
        <p14:creationId xmlns:p14="http://schemas.microsoft.com/office/powerpoint/2010/main" val="370185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535AD6-C530-A97B-EF68-58B1E6EDC668}"/>
              </a:ext>
            </a:extLst>
          </p:cNvPr>
          <p:cNvSpPr>
            <a:spLocks noGrp="1"/>
          </p:cNvSpPr>
          <p:nvPr>
            <p:ph type="sldNum" sz="quarter" idx="10"/>
          </p:nvPr>
        </p:nvSpPr>
        <p:spPr/>
        <p:txBody>
          <a:bodyPr/>
          <a:lstStyle/>
          <a:p>
            <a:fld id="{E57EA1BE-92D9-9E4F-B3B9-F1A717F85676}" type="slidenum">
              <a:rPr lang="cs-CZ" smtClean="0"/>
              <a:pPr/>
              <a:t>12</a:t>
            </a:fld>
            <a:endParaRPr lang="cs-CZ"/>
          </a:p>
        </p:txBody>
      </p:sp>
      <p:sp>
        <p:nvSpPr>
          <p:cNvPr id="6" name="Text Placeholder 5">
            <a:extLst>
              <a:ext uri="{FF2B5EF4-FFF2-40B4-BE49-F238E27FC236}">
                <a16:creationId xmlns:a16="http://schemas.microsoft.com/office/drawing/2014/main" id="{8603183F-1DA7-5786-F3A5-E9F168D19966}"/>
              </a:ext>
            </a:extLst>
          </p:cNvPr>
          <p:cNvSpPr>
            <a:spLocks noGrp="1"/>
          </p:cNvSpPr>
          <p:nvPr>
            <p:ph type="body" sz="quarter" idx="14"/>
          </p:nvPr>
        </p:nvSpPr>
        <p:spPr/>
        <p:txBody>
          <a:bodyPr>
            <a:normAutofit/>
          </a:bodyPr>
          <a:lstStyle/>
          <a:p>
            <a:r>
              <a:rPr lang="en-US" sz="2800"/>
              <a:t>Conclusion</a:t>
            </a:r>
          </a:p>
        </p:txBody>
      </p:sp>
      <p:sp>
        <p:nvSpPr>
          <p:cNvPr id="7" name="Media Placeholder 6">
            <a:extLst>
              <a:ext uri="{FF2B5EF4-FFF2-40B4-BE49-F238E27FC236}">
                <a16:creationId xmlns:a16="http://schemas.microsoft.com/office/drawing/2014/main" id="{57786BEA-EBEC-57FF-8524-C577B19C6B09}"/>
              </a:ext>
            </a:extLst>
          </p:cNvPr>
          <p:cNvSpPr>
            <a:spLocks noGrp="1"/>
          </p:cNvSpPr>
          <p:nvPr>
            <p:ph type="media" sz="quarter" idx="15"/>
          </p:nvPr>
        </p:nvSpPr>
        <p:spPr>
          <a:xfrm>
            <a:off x="4321834" y="908049"/>
            <a:ext cx="7148892" cy="5421645"/>
          </a:xfrm>
        </p:spPr>
        <p:txBody>
          <a:bodyPr/>
          <a:lstStyle/>
          <a:p>
            <a:pPr marL="342900" indent="-342900">
              <a:buFont typeface="Arial" panose="020B0604020202020204" pitchFamily="34" charset="0"/>
              <a:buChar char="•"/>
            </a:pPr>
            <a:r>
              <a:rPr lang="en-US"/>
              <a:t>Hash Table Trie is fastest </a:t>
            </a:r>
            <a:r>
              <a:rPr lang="en-US">
                <a:sym typeface="Wingdings" panose="05000000000000000000" pitchFamily="2" charset="2"/>
              </a:rPr>
              <a:t></a:t>
            </a:r>
            <a:r>
              <a:rPr lang="en-US"/>
              <a:t> uses more memory</a:t>
            </a:r>
          </a:p>
          <a:p>
            <a:pPr marL="342900" indent="-342900">
              <a:buFont typeface="Arial" panose="020B0604020202020204" pitchFamily="34" charset="0"/>
              <a:buChar char="•"/>
            </a:pPr>
            <a:r>
              <a:rPr lang="en-US"/>
              <a:t>Sequential Array saves space </a:t>
            </a:r>
            <a:r>
              <a:rPr lang="en-US">
                <a:sym typeface="Wingdings" panose="05000000000000000000" pitchFamily="2" charset="2"/>
              </a:rPr>
              <a:t> </a:t>
            </a:r>
            <a:r>
              <a:rPr lang="en-US"/>
              <a:t>slow</a:t>
            </a:r>
          </a:p>
          <a:p>
            <a:pPr marL="342900" indent="-342900">
              <a:buFont typeface="Arial" panose="020B0604020202020204" pitchFamily="34" charset="0"/>
              <a:buChar char="•"/>
            </a:pPr>
            <a:r>
              <a:rPr lang="en-US"/>
              <a:t>Sorted Array offers a good balance of speed and memory.</a:t>
            </a:r>
          </a:p>
          <a:p>
            <a:pPr marL="342900" indent="-342900">
              <a:buFont typeface="Arial" panose="020B0604020202020204" pitchFamily="34" charset="0"/>
              <a:buChar char="•"/>
            </a:pPr>
            <a:r>
              <a:rPr lang="en-US"/>
              <a:t>Unsorted Array is simple to implement </a:t>
            </a:r>
            <a:r>
              <a:rPr lang="en-US">
                <a:sym typeface="Wingdings" panose="05000000000000000000" pitchFamily="2" charset="2"/>
              </a:rPr>
              <a:t> Less effiency for large alphabets.</a:t>
            </a:r>
            <a:endParaRPr lang="en-US"/>
          </a:p>
          <a:p>
            <a:pPr marL="342900" indent="-342900">
              <a:buFont typeface="Arial" panose="020B0604020202020204" pitchFamily="34" charset="0"/>
              <a:buChar char="•"/>
            </a:pPr>
            <a:r>
              <a:rPr lang="en-US"/>
              <a:t>Trie is confirmed as an efficient structure for string processing</a:t>
            </a:r>
          </a:p>
        </p:txBody>
      </p:sp>
    </p:spTree>
    <p:extLst>
      <p:ext uri="{BB962C8B-B14F-4D97-AF65-F5344CB8AC3E}">
        <p14:creationId xmlns:p14="http://schemas.microsoft.com/office/powerpoint/2010/main" val="1644393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2C1B493-5082-1F44-8BA5-C2736AC5B948}"/>
              </a:ext>
            </a:extLst>
          </p:cNvPr>
          <p:cNvSpPr>
            <a:spLocks noGrp="1"/>
          </p:cNvSpPr>
          <p:nvPr>
            <p:ph type="sldNum" sz="quarter" idx="12"/>
          </p:nvPr>
        </p:nvSpPr>
        <p:spPr/>
        <p:txBody>
          <a:bodyPr/>
          <a:lstStyle/>
          <a:p>
            <a:fld id="{1EA44BAA-1A06-B141-8215-9D88CF6A7203}" type="slidenum">
              <a:rPr lang="cs-CZ" smtClean="0"/>
              <a:pPr/>
              <a:t>13</a:t>
            </a:fld>
            <a:endParaRPr lang="cs-CZ"/>
          </a:p>
        </p:txBody>
      </p:sp>
      <p:sp>
        <p:nvSpPr>
          <p:cNvPr id="5" name="Obdélník 4">
            <a:extLst>
              <a:ext uri="{FF2B5EF4-FFF2-40B4-BE49-F238E27FC236}">
                <a16:creationId xmlns:a16="http://schemas.microsoft.com/office/drawing/2014/main" id="{EDDB3C1C-78A3-FD45-9288-66B6297FA8A9}"/>
              </a:ext>
            </a:extLst>
          </p:cNvPr>
          <p:cNvSpPr/>
          <p:nvPr/>
        </p:nvSpPr>
        <p:spPr>
          <a:xfrm>
            <a:off x="1055328" y="3075057"/>
            <a:ext cx="10261368" cy="707886"/>
          </a:xfrm>
          <a:prstGeom prst="rect">
            <a:avLst/>
          </a:prstGeom>
        </p:spPr>
        <p:txBody>
          <a:bodyPr wrap="square" anchor="b">
            <a:spAutoFit/>
          </a:bodyPr>
          <a:lstStyle/>
          <a:p>
            <a:pPr algn="ctr"/>
            <a:r>
              <a:rPr lang="cs-CZ" sz="4000" b="1" dirty="0" err="1">
                <a:solidFill>
                  <a:schemeClr val="accent2"/>
                </a:solidFill>
                <a:latin typeface="Calibri" panose="020F0502020204030204" pitchFamily="34" charset="0"/>
                <a:cs typeface="Calibri" panose="020F0502020204030204" pitchFamily="34" charset="0"/>
              </a:rPr>
              <a:t>Thank</a:t>
            </a:r>
            <a:r>
              <a:rPr lang="cs-CZ" sz="4000" b="1" dirty="0">
                <a:solidFill>
                  <a:schemeClr val="accent2"/>
                </a:solidFill>
                <a:latin typeface="Calibri" panose="020F0502020204030204" pitchFamily="34" charset="0"/>
                <a:cs typeface="Calibri" panose="020F0502020204030204" pitchFamily="34" charset="0"/>
              </a:rPr>
              <a:t> </a:t>
            </a:r>
            <a:r>
              <a:rPr lang="cs-CZ" sz="4000" b="1" dirty="0" err="1">
                <a:solidFill>
                  <a:schemeClr val="accent2"/>
                </a:solidFill>
                <a:latin typeface="Calibri" panose="020F0502020204030204" pitchFamily="34" charset="0"/>
                <a:cs typeface="Calibri" panose="020F0502020204030204" pitchFamily="34" charset="0"/>
              </a:rPr>
              <a:t>You</a:t>
            </a:r>
            <a:endParaRPr lang="cs-CZ" sz="4000" b="1" dirty="0">
              <a:solidFill>
                <a:schemeClr val="accent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3923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388C30-49AB-E6CD-CB6D-6036D526DDD2}"/>
              </a:ext>
            </a:extLst>
          </p:cNvPr>
          <p:cNvSpPr>
            <a:spLocks noGrp="1"/>
          </p:cNvSpPr>
          <p:nvPr>
            <p:ph type="sldNum" sz="quarter" idx="12"/>
          </p:nvPr>
        </p:nvSpPr>
        <p:spPr/>
        <p:txBody>
          <a:bodyPr/>
          <a:lstStyle/>
          <a:p>
            <a:fld id="{E57EA1BE-92D9-9E4F-B3B9-F1A717F85676}" type="slidenum">
              <a:rPr lang="cs-CZ" smtClean="0"/>
              <a:pPr/>
              <a:t>14</a:t>
            </a:fld>
            <a:endParaRPr lang="cs-CZ"/>
          </a:p>
        </p:txBody>
      </p:sp>
      <p:sp>
        <p:nvSpPr>
          <p:cNvPr id="3" name="Title 2">
            <a:extLst>
              <a:ext uri="{FF2B5EF4-FFF2-40B4-BE49-F238E27FC236}">
                <a16:creationId xmlns:a16="http://schemas.microsoft.com/office/drawing/2014/main" id="{AAF189FD-2B64-EDA3-1F66-6E62C1749BFD}"/>
              </a:ext>
            </a:extLst>
          </p:cNvPr>
          <p:cNvSpPr>
            <a:spLocks noGrp="1"/>
          </p:cNvSpPr>
          <p:nvPr>
            <p:ph type="ctrTitle"/>
          </p:nvPr>
        </p:nvSpPr>
        <p:spPr/>
        <p:txBody>
          <a:bodyPr/>
          <a:lstStyle/>
          <a:p>
            <a:r>
              <a:rPr lang="en-US"/>
              <a:t>Defense Answers</a:t>
            </a:r>
          </a:p>
        </p:txBody>
      </p:sp>
      <p:sp>
        <p:nvSpPr>
          <p:cNvPr id="4" name="Text Placeholder 3">
            <a:extLst>
              <a:ext uri="{FF2B5EF4-FFF2-40B4-BE49-F238E27FC236}">
                <a16:creationId xmlns:a16="http://schemas.microsoft.com/office/drawing/2014/main" id="{2BCCEE23-58C8-AF8A-F1AA-CD300CC695AD}"/>
              </a:ext>
            </a:extLst>
          </p:cNvPr>
          <p:cNvSpPr>
            <a:spLocks noGrp="1"/>
          </p:cNvSpPr>
          <p:nvPr>
            <p:ph type="body" sz="quarter" idx="22"/>
          </p:nvPr>
        </p:nvSpPr>
        <p:spPr>
          <a:xfrm>
            <a:off x="442912" y="1690512"/>
            <a:ext cx="10330583" cy="4708884"/>
          </a:xfrm>
        </p:spPr>
        <p:txBody>
          <a:bodyPr>
            <a:normAutofit/>
          </a:bodyPr>
          <a:lstStyle/>
          <a:p>
            <a:pPr marL="457200" indent="-457200">
              <a:buFont typeface="+mj-lt"/>
              <a:buAutoNum type="arabicPeriod"/>
            </a:pPr>
            <a:r>
              <a:rPr lang="en-US"/>
              <a:t>Encoding of unicode characters in nodes is not clear. Perhaps, it can be hidden using codecvt, but it is rather important to get the optimal size of the Trie. Is it encoded using the fixed-size, 4B, values? Or using the variable-size, 1-4B, values? </a:t>
            </a:r>
          </a:p>
          <a:p>
            <a:pPr marL="725488" lvl="1" indent="-457200"/>
            <a:r>
              <a:rPr lang="en-US" b="1"/>
              <a:t>Fixed-size encoding:</a:t>
            </a:r>
            <a:r>
              <a:rPr lang="en-US">
                <a:sym typeface="Wingdings" panose="05000000000000000000" pitchFamily="2" charset="2"/>
              </a:rPr>
              <a:t> 4 bytes  good for using variable length code in future works</a:t>
            </a:r>
            <a:endParaRPr lang="en-US"/>
          </a:p>
          <a:p>
            <a:pPr marL="457200" indent="-457200">
              <a:buFont typeface="+mj-lt"/>
              <a:buAutoNum type="arabicPeriod"/>
            </a:pPr>
            <a:r>
              <a:rPr lang="en-US"/>
              <a:t>Why the number of nodes with 0 children dominate in the case of Czech and Chinese, whereas it is 1 for Vietnamese and English (see page 33)?</a:t>
            </a:r>
          </a:p>
          <a:p>
            <a:pPr marL="725488" lvl="1" indent="-457200"/>
            <a:r>
              <a:rPr lang="en-US" b="1"/>
              <a:t>Datasets contain many unique and short words: </a:t>
            </a:r>
          </a:p>
          <a:p>
            <a:pPr marL="725488" lvl="1" indent="-457200"/>
            <a:r>
              <a:rPr lang="en-US"/>
              <a:t>Chinese – single word is a full word, Czech – many short variants for a word</a:t>
            </a:r>
          </a:p>
          <a:p>
            <a:pPr marL="725488" lvl="1" indent="-457200"/>
            <a:r>
              <a:rPr lang="en-US"/>
              <a:t>English – Vietnamese: long prefixes</a:t>
            </a:r>
          </a:p>
          <a:p>
            <a:pPr marL="457200" indent="-457200">
              <a:buFont typeface="+mj-lt"/>
              <a:buAutoNum type="arabicPeriod"/>
            </a:pPr>
            <a:r>
              <a:rPr lang="en-US"/>
              <a:t>It is not clear why the results of Non-sorted array are always worst although you show that the majority of nodes includes only one value (see page 33).</a:t>
            </a:r>
          </a:p>
          <a:p>
            <a:pPr marL="725488" lvl="1" indent="-457200"/>
            <a:r>
              <a:rPr lang="en-US" b="1"/>
              <a:t>Small nodes with a large number of children </a:t>
            </a:r>
            <a:r>
              <a:rPr lang="en-US"/>
              <a:t>(|𝐶| &gt;&gt; 1) – near root</a:t>
            </a:r>
          </a:p>
          <a:p>
            <a:pPr marL="725488" lvl="1" indent="-457200"/>
            <a:r>
              <a:rPr lang="en-US"/>
              <a:t>Definitely appear in search </a:t>
            </a:r>
            <a:r>
              <a:rPr lang="en-US">
                <a:sym typeface="Wingdings" panose="05000000000000000000" pitchFamily="2" charset="2"/>
              </a:rPr>
              <a:t> Linearly search  making results worst</a:t>
            </a:r>
          </a:p>
          <a:p>
            <a:pPr marL="725488" lvl="1" indent="-457200"/>
            <a:r>
              <a:rPr lang="en-US">
                <a:sym typeface="Wingdings" panose="05000000000000000000" pitchFamily="2" charset="2"/>
              </a:rPr>
              <a:t>Sorted Array (binary search) and Hash Table (hash function)  index  directly access</a:t>
            </a:r>
            <a:endParaRPr lang="en-US"/>
          </a:p>
          <a:p>
            <a:pPr marL="725488" lvl="1" indent="-457200"/>
            <a:endParaRPr lang="en-US"/>
          </a:p>
          <a:p>
            <a:pPr marL="725488" lvl="1" indent="-457200"/>
            <a:endParaRPr lang="en-US"/>
          </a:p>
          <a:p>
            <a:pPr marL="725488" lvl="1" indent="-457200"/>
            <a:endParaRPr lang="en-US" b="1"/>
          </a:p>
          <a:p>
            <a:pPr marL="725488" lvl="1" indent="-457200"/>
            <a:endParaRPr lang="en-US"/>
          </a:p>
        </p:txBody>
      </p:sp>
    </p:spTree>
    <p:extLst>
      <p:ext uri="{BB962C8B-B14F-4D97-AF65-F5344CB8AC3E}">
        <p14:creationId xmlns:p14="http://schemas.microsoft.com/office/powerpoint/2010/main" val="1914303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E6AF5-5E75-7682-7E7A-2AC298176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547E42-085E-7637-AC38-8724453AF5FB}"/>
              </a:ext>
            </a:extLst>
          </p:cNvPr>
          <p:cNvSpPr>
            <a:spLocks noGrp="1"/>
          </p:cNvSpPr>
          <p:nvPr>
            <p:ph type="sldNum" sz="quarter" idx="12"/>
          </p:nvPr>
        </p:nvSpPr>
        <p:spPr/>
        <p:txBody>
          <a:bodyPr/>
          <a:lstStyle/>
          <a:p>
            <a:fld id="{E57EA1BE-92D9-9E4F-B3B9-F1A717F85676}" type="slidenum">
              <a:rPr lang="cs-CZ" smtClean="0"/>
              <a:pPr/>
              <a:t>15</a:t>
            </a:fld>
            <a:endParaRPr lang="cs-CZ"/>
          </a:p>
        </p:txBody>
      </p:sp>
      <p:sp>
        <p:nvSpPr>
          <p:cNvPr id="3" name="Title 2">
            <a:extLst>
              <a:ext uri="{FF2B5EF4-FFF2-40B4-BE49-F238E27FC236}">
                <a16:creationId xmlns:a16="http://schemas.microsoft.com/office/drawing/2014/main" id="{1110547A-A3F0-2E0B-7F8A-CF6ECB3A3CFF}"/>
              </a:ext>
            </a:extLst>
          </p:cNvPr>
          <p:cNvSpPr>
            <a:spLocks noGrp="1"/>
          </p:cNvSpPr>
          <p:nvPr>
            <p:ph type="ctrTitle"/>
          </p:nvPr>
        </p:nvSpPr>
        <p:spPr/>
        <p:txBody>
          <a:bodyPr/>
          <a:lstStyle/>
          <a:p>
            <a:r>
              <a:rPr lang="en-US"/>
              <a:t>Defense Answers (cont.)</a:t>
            </a:r>
          </a:p>
        </p:txBody>
      </p:sp>
      <p:sp>
        <p:nvSpPr>
          <p:cNvPr id="4" name="Text Placeholder 3">
            <a:extLst>
              <a:ext uri="{FF2B5EF4-FFF2-40B4-BE49-F238E27FC236}">
                <a16:creationId xmlns:a16="http://schemas.microsoft.com/office/drawing/2014/main" id="{A7C32981-FFF5-2510-6FEE-93F2FD8B5662}"/>
              </a:ext>
            </a:extLst>
          </p:cNvPr>
          <p:cNvSpPr>
            <a:spLocks noGrp="1"/>
          </p:cNvSpPr>
          <p:nvPr>
            <p:ph type="body" sz="quarter" idx="22"/>
          </p:nvPr>
        </p:nvSpPr>
        <p:spPr>
          <a:xfrm>
            <a:off x="446041" y="1358724"/>
            <a:ext cx="10330583" cy="5273196"/>
          </a:xfrm>
        </p:spPr>
        <p:txBody>
          <a:bodyPr>
            <a:normAutofit lnSpcReduction="10000"/>
          </a:bodyPr>
          <a:lstStyle/>
          <a:p>
            <a:pPr marL="457200" indent="-457200">
              <a:buFont typeface="+mj-lt"/>
              <a:buAutoNum type="arabicPeriod"/>
            </a:pPr>
            <a:r>
              <a:rPr lang="en-US"/>
              <a:t>In the case of the Sorted array node, you propose 0.013s for 10 000 queries over the mix data collection, in the case of the Sequential array it is 105.8s. It is not clear why it is 0.011 and 0.036 for prefix searching, i.e. the Sorted array node is only 3x faster?</a:t>
            </a:r>
          </a:p>
          <a:p>
            <a:pPr marL="725488" lvl="1" indent="-457200"/>
            <a:r>
              <a:rPr lang="en-US" b="1"/>
              <a:t>Because prefix search different from a whole string search: </a:t>
            </a:r>
            <a:r>
              <a:rPr lang="en-US"/>
              <a:t>A whole string – following 1 path. Prefix search – traverse all words under that node </a:t>
            </a:r>
            <a:r>
              <a:rPr lang="en-US">
                <a:sym typeface="Symbol" panose="05050102010706020507" pitchFamily="18" charset="2"/>
              </a:rPr>
              <a:t> recursive traversal a lots.</a:t>
            </a:r>
          </a:p>
          <a:p>
            <a:pPr marL="725488" lvl="1" indent="-457200"/>
            <a:r>
              <a:rPr lang="en-US" b="1">
                <a:sym typeface="Symbol" panose="05050102010706020507" pitchFamily="18" charset="2"/>
              </a:rPr>
              <a:t>Recursive same for all</a:t>
            </a:r>
            <a:r>
              <a:rPr lang="en-US">
                <a:sym typeface="Symbol" panose="05050102010706020507" pitchFamily="18" charset="2"/>
              </a:rPr>
              <a:t>. Advantage of binary search is less for searching 1-2 nodes. Sequential array: check prefix – add into array – move to next string.</a:t>
            </a:r>
            <a:endParaRPr lang="en-US"/>
          </a:p>
          <a:p>
            <a:pPr marL="457200" indent="-457200">
              <a:buFont typeface="+mj-lt"/>
              <a:buAutoNum type="arabicPeriod"/>
            </a:pPr>
            <a:r>
              <a:rPr lang="en-US"/>
              <a:t>Can you compare your work with the article from the assignment: "Aoe, J.-I., Morimoto, K. and Sato, T. (1992), An efficient implementation of trie structures. Softw: Pract. Exper., 22: 695-721. </a:t>
            </a:r>
            <a:r>
              <a:rPr lang="en-US">
                <a:hlinkClick r:id="rId3"/>
              </a:rPr>
              <a:t>https://doi.org/10.1002/spe.4380220902</a:t>
            </a:r>
            <a:r>
              <a:rPr lang="en-US"/>
              <a:t>"?</a:t>
            </a:r>
          </a:p>
          <a:p>
            <a:pPr marL="725488" lvl="1" indent="-457200"/>
            <a:r>
              <a:rPr lang="en-US" b="1"/>
              <a:t>Article work: </a:t>
            </a:r>
            <a:r>
              <a:rPr lang="en-US"/>
              <a:t>Double-array, tail compression, fast access, memory efficiency, ASCII only.</a:t>
            </a:r>
          </a:p>
          <a:p>
            <a:pPr marL="725488" lvl="1" indent="-457200"/>
            <a:r>
              <a:rPr lang="en-US" b="1"/>
              <a:t>My work:</a:t>
            </a:r>
            <a:r>
              <a:rPr lang="en-US"/>
              <a:t> Array with pair &lt;character, node&gt;, various structures, not memory effciency, Unicode.</a:t>
            </a:r>
          </a:p>
          <a:p>
            <a:pPr marL="457200" indent="-457200">
              <a:buFont typeface="+mj-lt"/>
              <a:buAutoNum type="arabicPeriod"/>
            </a:pPr>
            <a:r>
              <a:rPr lang="en-US"/>
              <a:t>Would it be possible to avoid the result materialization in the prefix searching using an iterator?</a:t>
            </a:r>
          </a:p>
          <a:p>
            <a:pPr marL="725488" lvl="1" indent="-457200"/>
            <a:r>
              <a:rPr lang="en-US" b="1"/>
              <a:t>Iterator for searching prefix:</a:t>
            </a:r>
            <a:r>
              <a:rPr lang="en-US"/>
              <a:t> save memory, slowdown searching, good for searching few first strings.</a:t>
            </a:r>
          </a:p>
          <a:p>
            <a:pPr marL="725488" lvl="1" indent="-457200"/>
            <a:endParaRPr lang="en-US"/>
          </a:p>
          <a:p>
            <a:pPr marL="457200" indent="-457200">
              <a:buFont typeface="+mj-lt"/>
              <a:buAutoNum type="arabicPeriod"/>
            </a:pPr>
            <a:endParaRPr lang="en-US"/>
          </a:p>
        </p:txBody>
      </p:sp>
    </p:spTree>
    <p:extLst>
      <p:ext uri="{BB962C8B-B14F-4D97-AF65-F5344CB8AC3E}">
        <p14:creationId xmlns:p14="http://schemas.microsoft.com/office/powerpoint/2010/main" val="3925968439"/>
      </p:ext>
    </p:extLst>
  </p:cSld>
  <p:clrMapOvr>
    <a:masterClrMapping/>
  </p:clrMapOvr>
</p:sld>
</file>

<file path=ppt/theme/theme1.xml><?xml version="1.0" encoding="utf-8"?>
<a:theme xmlns:a="http://schemas.openxmlformats.org/drawingml/2006/main" name="Styly rozložení">
  <a:themeElements>
    <a:clrScheme name="VŠB - Fakulta">
      <a:dk1>
        <a:srgbClr val="000000"/>
      </a:dk1>
      <a:lt1>
        <a:srgbClr val="FFFFFF"/>
      </a:lt1>
      <a:dk2>
        <a:srgbClr val="00A498"/>
      </a:dk2>
      <a:lt2>
        <a:srgbClr val="E7E6E6"/>
      </a:lt2>
      <a:accent1>
        <a:srgbClr val="00A498"/>
      </a:accent1>
      <a:accent2>
        <a:srgbClr val="05C3DE"/>
      </a:accent2>
      <a:accent3>
        <a:srgbClr val="71D5E9"/>
      </a:accent3>
      <a:accent4>
        <a:srgbClr val="A8E3F0"/>
      </a:accent4>
      <a:accent5>
        <a:srgbClr val="D3F1F8"/>
      </a:accent5>
      <a:accent6>
        <a:srgbClr val="E1E1E2"/>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S" id="{9D2C78AB-A455-E741-85CA-C11055A2E6DB}" vid="{95D3B5E3-3CBF-A545-94D4-D2BA6EC21C90}"/>
    </a:ext>
  </a:extLst>
</a:theme>
</file>

<file path=ppt/theme/theme2.xml><?xml version="1.0" encoding="utf-8"?>
<a:theme xmlns:a="http://schemas.openxmlformats.org/drawingml/2006/main" name="Předělové snímky">
  <a:themeElements>
    <a:clrScheme name="VŠB - Fakulta">
      <a:dk1>
        <a:srgbClr val="000000"/>
      </a:dk1>
      <a:lt1>
        <a:srgbClr val="FFFFFF"/>
      </a:lt1>
      <a:dk2>
        <a:srgbClr val="00A498"/>
      </a:dk2>
      <a:lt2>
        <a:srgbClr val="E7E6E6"/>
      </a:lt2>
      <a:accent1>
        <a:srgbClr val="00A498"/>
      </a:accent1>
      <a:accent2>
        <a:srgbClr val="05C3DE"/>
      </a:accent2>
      <a:accent3>
        <a:srgbClr val="71D5E9"/>
      </a:accent3>
      <a:accent4>
        <a:srgbClr val="A8E3F0"/>
      </a:accent4>
      <a:accent5>
        <a:srgbClr val="D3F1F8"/>
      </a:accent5>
      <a:accent6>
        <a:srgbClr val="E1E1E2"/>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itulní snímky">
  <a:themeElements>
    <a:clrScheme name="VŠB - Fakulta">
      <a:dk1>
        <a:srgbClr val="000000"/>
      </a:dk1>
      <a:lt1>
        <a:srgbClr val="FFFFFF"/>
      </a:lt1>
      <a:dk2>
        <a:srgbClr val="00A498"/>
      </a:dk2>
      <a:lt2>
        <a:srgbClr val="E7E6E6"/>
      </a:lt2>
      <a:accent1>
        <a:srgbClr val="00A498"/>
      </a:accent1>
      <a:accent2>
        <a:srgbClr val="05C3DE"/>
      </a:accent2>
      <a:accent3>
        <a:srgbClr val="71D5E9"/>
      </a:accent3>
      <a:accent4>
        <a:srgbClr val="A8E3F0"/>
      </a:accent4>
      <a:accent5>
        <a:srgbClr val="D3F1F8"/>
      </a:accent5>
      <a:accent6>
        <a:srgbClr val="E1E1E2"/>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S" id="{9D2C78AB-A455-E741-85CA-C11055A2E6DB}" vid="{95D3B5E3-3CBF-A545-94D4-D2BA6EC21C90}"/>
    </a:ext>
  </a:extLst>
</a:theme>
</file>

<file path=ppt/theme/theme4.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9759</TotalTime>
  <Words>1648</Words>
  <Application>Microsoft Office PowerPoint</Application>
  <PresentationFormat>Widescreen</PresentationFormat>
  <Paragraphs>121</Paragraphs>
  <Slides>16</Slides>
  <Notes>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Arial</vt:lpstr>
      <vt:lpstr>Calibri</vt:lpstr>
      <vt:lpstr>LMRoman10-Regular-Identity-H</vt:lpstr>
      <vt:lpstr>Symbol</vt:lpstr>
      <vt:lpstr>Wingdings</vt:lpstr>
      <vt:lpstr>Styly rozložení</vt:lpstr>
      <vt:lpstr>Předělové snímky</vt:lpstr>
      <vt:lpstr>Titulní snímky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Defense Answers</vt:lpstr>
      <vt:lpstr>Defense Answers (cont.)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subject/>
  <dc:creator>Ziovsky Argir</dc:creator>
  <cp:keywords/>
  <dc:description/>
  <cp:lastModifiedBy>Huynh Tuan Phong</cp:lastModifiedBy>
  <cp:revision>112</cp:revision>
  <dcterms:created xsi:type="dcterms:W3CDTF">2019-09-01T08:00:02Z</dcterms:created>
  <dcterms:modified xsi:type="dcterms:W3CDTF">2025-05-30T10:32:03Z</dcterms:modified>
  <cp:category/>
</cp:coreProperties>
</file>